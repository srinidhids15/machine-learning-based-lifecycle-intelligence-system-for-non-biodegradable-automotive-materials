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52" r:id="rId2"/>
  </p:sldMasterIdLst>
  <p:notesMasterIdLst>
    <p:notesMasterId r:id="rId9"/>
  </p:notesMasterIdLst>
  <p:sldIdLst>
    <p:sldId id="256" r:id="rId3"/>
    <p:sldId id="304" r:id="rId4"/>
    <p:sldId id="258" r:id="rId5"/>
    <p:sldId id="303" r:id="rId6"/>
    <p:sldId id="263" r:id="rId7"/>
    <p:sldId id="305" r:id="rId61"/>
    <p:sldId id="306" r:id="rId62"/>
    <p:sldId id="307" r:id="rId63"/>
    <p:sldId id="308" r:id="rId64"/>
    <p:sldId id="309" r:id="rId65"/>
    <p:sldId id="302" r:id="rId8"/>
  </p:sldIdLst>
  <p:sldSz cx="9144000" cy="6858000" type="screen4x3"/>
  <p:notesSz cx="6797675" cy="9928225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I/HO0ykvn+sdUpRQdwKiS1AuX6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A623"/>
    <a:srgbClr val="BF7B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CF064BB-3855-441A-8119-B36B03234B6A}">
  <a:tblStyle styleId="{CCF064BB-3855-441A-8119-B36B03234B6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tcBdr/>
        <a:fill>
          <a:solidFill>
            <a:srgbClr val="CDD4E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DD4E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A0639040-69D9-4A2C-8847-36C72C28FEBB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chemeClr val="accent1">
              <a:alpha val="20000"/>
            </a:schemeClr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/>
      <a:tcStyle>
        <a:tcBdr>
          <a:bottom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86D740D9-438A-46B5-9EEA-6AD36A055969}" styleName="Table_2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B5D1D316-456E-41E6-8892-A0EE968FCD5F}" styleName="Table_3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TxStyle b="off" i="off"/>
      <a:tcStyle>
        <a:tcBdr/>
        <a:fill>
          <a:solidFill>
            <a:srgbClr val="E8EBF5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E8EBF5"/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1416" y="48"/>
      </p:cViewPr>
      <p:guideLst>
        <p:guide orient="horz" pos="216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11.xml"/><Relationship Id="rId9" Type="http://schemas.openxmlformats.org/officeDocument/2006/relationships/notesMaster" Target="notesMasters/notesMaster1.xml"/><Relationship Id="rId55" Type="http://customschemas.google.com/relationships/presentationmetadata" Target="metadata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Relationship Id="rId60" Type="http://schemas.microsoft.com/office/2016/11/relationships/changesInfo" Target="changesInfos/changesInfo1.xml"/><Relationship Id="rId61" Type="http://schemas.openxmlformats.org/officeDocument/2006/relationships/slide" Target="slides/slide6.xml"/><Relationship Id="rId62" Type="http://schemas.openxmlformats.org/officeDocument/2006/relationships/slide" Target="slides/slide7.xml"/><Relationship Id="rId63" Type="http://schemas.openxmlformats.org/officeDocument/2006/relationships/slide" Target="slides/slide8.xml"/><Relationship Id="rId64" Type="http://schemas.openxmlformats.org/officeDocument/2006/relationships/slide" Target="slides/slide9.xml"/><Relationship Id="rId65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 B" userId="c1ac39c97ed008d7" providerId="LiveId" clId="{30409DCD-BD50-4529-A5B6-4B962CD2BDC0}"/>
    <pc:docChg chg="undo custSel addSld delSld modSld">
      <pc:chgData name="Ash B" userId="c1ac39c97ed008d7" providerId="LiveId" clId="{30409DCD-BD50-4529-A5B6-4B962CD2BDC0}" dt="2026-06-15T04:09:01.545" v="1540" actId="1076"/>
      <pc:docMkLst>
        <pc:docMk/>
      </pc:docMkLst>
      <pc:sldChg chg="addSp delSp modSp del mod">
        <pc:chgData name="Ash B" userId="c1ac39c97ed008d7" providerId="LiveId" clId="{30409DCD-BD50-4529-A5B6-4B962CD2BDC0}" dt="2026-06-14T04:53:29.467" v="292" actId="47"/>
        <pc:sldMkLst>
          <pc:docMk/>
          <pc:sldMk cId="0" sldId="259"/>
        </pc:sldMkLst>
        <pc:spChg chg="add mod">
          <ac:chgData name="Ash B" userId="c1ac39c97ed008d7" providerId="LiveId" clId="{30409DCD-BD50-4529-A5B6-4B962CD2BDC0}" dt="2026-06-14T04:33:34.655" v="173" actId="14100"/>
          <ac:spMkLst>
            <pc:docMk/>
            <pc:sldMk cId="0" sldId="259"/>
            <ac:spMk id="2" creationId="{A8898874-09A5-1414-5061-2A224AF026AD}"/>
          </ac:spMkLst>
        </pc:spChg>
        <pc:spChg chg="del">
          <ac:chgData name="Ash B" userId="c1ac39c97ed008d7" providerId="LiveId" clId="{30409DCD-BD50-4529-A5B6-4B962CD2BDC0}" dt="2026-06-14T04:17:21.969" v="4" actId="478"/>
          <ac:spMkLst>
            <pc:docMk/>
            <pc:sldMk cId="0" sldId="259"/>
            <ac:spMk id="159" creationId="{00000000-0000-0000-0000-000000000000}"/>
          </ac:spMkLst>
        </pc:spChg>
        <pc:spChg chg="del">
          <ac:chgData name="Ash B" userId="c1ac39c97ed008d7" providerId="LiveId" clId="{30409DCD-BD50-4529-A5B6-4B962CD2BDC0}" dt="2026-06-14T04:17:19.618" v="3" actId="478"/>
          <ac:spMkLst>
            <pc:docMk/>
            <pc:sldMk cId="0" sldId="259"/>
            <ac:spMk id="160" creationId="{00000000-0000-0000-0000-000000000000}"/>
          </ac:spMkLst>
        </pc:spChg>
        <pc:spChg chg="del">
          <ac:chgData name="Ash B" userId="c1ac39c97ed008d7" providerId="LiveId" clId="{30409DCD-BD50-4529-A5B6-4B962CD2BDC0}" dt="2026-06-14T04:17:12.574" v="0" actId="478"/>
          <ac:spMkLst>
            <pc:docMk/>
            <pc:sldMk cId="0" sldId="259"/>
            <ac:spMk id="161" creationId="{00000000-0000-0000-0000-000000000000}"/>
          </ac:spMkLst>
        </pc:spChg>
        <pc:spChg chg="del mod">
          <ac:chgData name="Ash B" userId="c1ac39c97ed008d7" providerId="LiveId" clId="{30409DCD-BD50-4529-A5B6-4B962CD2BDC0}" dt="2026-06-14T04:17:17.496" v="2" actId="478"/>
          <ac:spMkLst>
            <pc:docMk/>
            <pc:sldMk cId="0" sldId="259"/>
            <ac:spMk id="162" creationId="{00000000-0000-0000-0000-000000000000}"/>
          </ac:spMkLst>
        </pc:spChg>
        <pc:spChg chg="del">
          <ac:chgData name="Ash B" userId="c1ac39c97ed008d7" providerId="LiveId" clId="{30409DCD-BD50-4529-A5B6-4B962CD2BDC0}" dt="2026-06-14T04:17:24.710" v="6" actId="478"/>
          <ac:spMkLst>
            <pc:docMk/>
            <pc:sldMk cId="0" sldId="259"/>
            <ac:spMk id="163" creationId="{00000000-0000-0000-0000-000000000000}"/>
          </ac:spMkLst>
        </pc:spChg>
        <pc:spChg chg="del">
          <ac:chgData name="Ash B" userId="c1ac39c97ed008d7" providerId="LiveId" clId="{30409DCD-BD50-4529-A5B6-4B962CD2BDC0}" dt="2026-06-14T04:17:22.946" v="5" actId="478"/>
          <ac:spMkLst>
            <pc:docMk/>
            <pc:sldMk cId="0" sldId="259"/>
            <ac:spMk id="164" creationId="{00000000-0000-0000-0000-000000000000}"/>
          </ac:spMkLst>
        </pc:spChg>
        <pc:spChg chg="del mod">
          <ac:chgData name="Ash B" userId="c1ac39c97ed008d7" providerId="LiveId" clId="{30409DCD-BD50-4529-A5B6-4B962CD2BDC0}" dt="2026-06-14T04:17:33.782" v="13" actId="478"/>
          <ac:spMkLst>
            <pc:docMk/>
            <pc:sldMk cId="0" sldId="259"/>
            <ac:spMk id="165" creationId="{00000000-0000-0000-0000-000000000000}"/>
          </ac:spMkLst>
        </pc:spChg>
        <pc:spChg chg="del">
          <ac:chgData name="Ash B" userId="c1ac39c97ed008d7" providerId="LiveId" clId="{30409DCD-BD50-4529-A5B6-4B962CD2BDC0}" dt="2026-06-14T04:17:36.195" v="14" actId="478"/>
          <ac:spMkLst>
            <pc:docMk/>
            <pc:sldMk cId="0" sldId="259"/>
            <ac:spMk id="166" creationId="{00000000-0000-0000-0000-000000000000}"/>
          </ac:spMkLst>
        </pc:spChg>
        <pc:spChg chg="del">
          <ac:chgData name="Ash B" userId="c1ac39c97ed008d7" providerId="LiveId" clId="{30409DCD-BD50-4529-A5B6-4B962CD2BDC0}" dt="2026-06-14T04:17:26.968" v="8" actId="478"/>
          <ac:spMkLst>
            <pc:docMk/>
            <pc:sldMk cId="0" sldId="259"/>
            <ac:spMk id="167" creationId="{00000000-0000-0000-0000-000000000000}"/>
          </ac:spMkLst>
        </pc:spChg>
        <pc:spChg chg="del">
          <ac:chgData name="Ash B" userId="c1ac39c97ed008d7" providerId="LiveId" clId="{30409DCD-BD50-4529-A5B6-4B962CD2BDC0}" dt="2026-06-14T04:17:25.581" v="7" actId="478"/>
          <ac:spMkLst>
            <pc:docMk/>
            <pc:sldMk cId="0" sldId="259"/>
            <ac:spMk id="168" creationId="{00000000-0000-0000-0000-000000000000}"/>
          </ac:spMkLst>
        </pc:spChg>
        <pc:spChg chg="del">
          <ac:chgData name="Ash B" userId="c1ac39c97ed008d7" providerId="LiveId" clId="{30409DCD-BD50-4529-A5B6-4B962CD2BDC0}" dt="2026-06-14T04:17:38.065" v="15" actId="478"/>
          <ac:spMkLst>
            <pc:docMk/>
            <pc:sldMk cId="0" sldId="259"/>
            <ac:spMk id="169" creationId="{00000000-0000-0000-0000-000000000000}"/>
          </ac:spMkLst>
        </pc:spChg>
        <pc:spChg chg="del">
          <ac:chgData name="Ash B" userId="c1ac39c97ed008d7" providerId="LiveId" clId="{30409DCD-BD50-4529-A5B6-4B962CD2BDC0}" dt="2026-06-14T04:17:39.639" v="16" actId="478"/>
          <ac:spMkLst>
            <pc:docMk/>
            <pc:sldMk cId="0" sldId="259"/>
            <ac:spMk id="170" creationId="{00000000-0000-0000-0000-000000000000}"/>
          </ac:spMkLst>
        </pc:spChg>
        <pc:spChg chg="del">
          <ac:chgData name="Ash B" userId="c1ac39c97ed008d7" providerId="LiveId" clId="{30409DCD-BD50-4529-A5B6-4B962CD2BDC0}" dt="2026-06-14T04:17:28.860" v="10" actId="478"/>
          <ac:spMkLst>
            <pc:docMk/>
            <pc:sldMk cId="0" sldId="259"/>
            <ac:spMk id="171" creationId="{00000000-0000-0000-0000-000000000000}"/>
          </ac:spMkLst>
        </pc:spChg>
        <pc:spChg chg="del">
          <ac:chgData name="Ash B" userId="c1ac39c97ed008d7" providerId="LiveId" clId="{30409DCD-BD50-4529-A5B6-4B962CD2BDC0}" dt="2026-06-14T04:17:27.889" v="9" actId="478"/>
          <ac:spMkLst>
            <pc:docMk/>
            <pc:sldMk cId="0" sldId="259"/>
            <ac:spMk id="172" creationId="{00000000-0000-0000-0000-000000000000}"/>
          </ac:spMkLst>
        </pc:spChg>
        <pc:spChg chg="del">
          <ac:chgData name="Ash B" userId="c1ac39c97ed008d7" providerId="LiveId" clId="{30409DCD-BD50-4529-A5B6-4B962CD2BDC0}" dt="2026-06-14T04:17:41.666" v="17" actId="478"/>
          <ac:spMkLst>
            <pc:docMk/>
            <pc:sldMk cId="0" sldId="259"/>
            <ac:spMk id="173" creationId="{00000000-0000-0000-0000-000000000000}"/>
          </ac:spMkLst>
        </pc:spChg>
        <pc:spChg chg="del">
          <ac:chgData name="Ash B" userId="c1ac39c97ed008d7" providerId="LiveId" clId="{30409DCD-BD50-4529-A5B6-4B962CD2BDC0}" dt="2026-06-14T04:17:43.795" v="18" actId="478"/>
          <ac:spMkLst>
            <pc:docMk/>
            <pc:sldMk cId="0" sldId="259"/>
            <ac:spMk id="174" creationId="{00000000-0000-0000-0000-000000000000}"/>
          </ac:spMkLst>
        </pc:spChg>
        <pc:spChg chg="del">
          <ac:chgData name="Ash B" userId="c1ac39c97ed008d7" providerId="LiveId" clId="{30409DCD-BD50-4529-A5B6-4B962CD2BDC0}" dt="2026-06-14T04:17:30.016" v="11" actId="478"/>
          <ac:spMkLst>
            <pc:docMk/>
            <pc:sldMk cId="0" sldId="259"/>
            <ac:spMk id="175" creationId="{00000000-0000-0000-0000-000000000000}"/>
          </ac:spMkLst>
        </pc:spChg>
        <pc:spChg chg="del">
          <ac:chgData name="Ash B" userId="c1ac39c97ed008d7" providerId="LiveId" clId="{30409DCD-BD50-4529-A5B6-4B962CD2BDC0}" dt="2026-06-14T04:17:45.992" v="19" actId="478"/>
          <ac:spMkLst>
            <pc:docMk/>
            <pc:sldMk cId="0" sldId="259"/>
            <ac:spMk id="176" creationId="{00000000-0000-0000-0000-000000000000}"/>
          </ac:spMkLst>
        </pc:spChg>
        <pc:spChg chg="del">
          <ac:chgData name="Ash B" userId="c1ac39c97ed008d7" providerId="LiveId" clId="{30409DCD-BD50-4529-A5B6-4B962CD2BDC0}" dt="2026-06-14T04:17:48.089" v="20" actId="478"/>
          <ac:spMkLst>
            <pc:docMk/>
            <pc:sldMk cId="0" sldId="259"/>
            <ac:spMk id="177" creationId="{00000000-0000-0000-0000-000000000000}"/>
          </ac:spMkLst>
        </pc:spChg>
        <pc:spChg chg="mod">
          <ac:chgData name="Ash B" userId="c1ac39c97ed008d7" providerId="LiveId" clId="{30409DCD-BD50-4529-A5B6-4B962CD2BDC0}" dt="2026-06-14T04:18:00.630" v="21" actId="1076"/>
          <ac:spMkLst>
            <pc:docMk/>
            <pc:sldMk cId="0" sldId="259"/>
            <ac:spMk id="191" creationId="{00000000-0000-0000-0000-000000000000}"/>
          </ac:spMkLst>
        </pc:spChg>
        <pc:spChg chg="mod">
          <ac:chgData name="Ash B" userId="c1ac39c97ed008d7" providerId="LiveId" clId="{30409DCD-BD50-4529-A5B6-4B962CD2BDC0}" dt="2026-06-14T04:18:08.730" v="22" actId="1076"/>
          <ac:spMkLst>
            <pc:docMk/>
            <pc:sldMk cId="0" sldId="259"/>
            <ac:spMk id="192" creationId="{00000000-0000-0000-0000-000000000000}"/>
          </ac:spMkLst>
        </pc:spChg>
        <pc:spChg chg="mod">
          <ac:chgData name="Ash B" userId="c1ac39c97ed008d7" providerId="LiveId" clId="{30409DCD-BD50-4529-A5B6-4B962CD2BDC0}" dt="2026-06-14T04:18:15.149" v="23" actId="1076"/>
          <ac:spMkLst>
            <pc:docMk/>
            <pc:sldMk cId="0" sldId="259"/>
            <ac:spMk id="193" creationId="{00000000-0000-0000-0000-000000000000}"/>
          </ac:spMkLst>
        </pc:spChg>
        <pc:spChg chg="mod">
          <ac:chgData name="Ash B" userId="c1ac39c97ed008d7" providerId="LiveId" clId="{30409DCD-BD50-4529-A5B6-4B962CD2BDC0}" dt="2026-06-14T04:18:26.160" v="24" actId="1076"/>
          <ac:spMkLst>
            <pc:docMk/>
            <pc:sldMk cId="0" sldId="259"/>
            <ac:spMk id="194" creationId="{00000000-0000-0000-0000-000000000000}"/>
          </ac:spMkLst>
        </pc:spChg>
        <pc:spChg chg="mod">
          <ac:chgData name="Ash B" userId="c1ac39c97ed008d7" providerId="LiveId" clId="{30409DCD-BD50-4529-A5B6-4B962CD2BDC0}" dt="2026-06-14T04:18:32.583" v="25" actId="1076"/>
          <ac:spMkLst>
            <pc:docMk/>
            <pc:sldMk cId="0" sldId="259"/>
            <ac:spMk id="195" creationId="{00000000-0000-0000-0000-000000000000}"/>
          </ac:spMkLst>
        </pc:spChg>
        <pc:spChg chg="mod">
          <ac:chgData name="Ash B" userId="c1ac39c97ed008d7" providerId="LiveId" clId="{30409DCD-BD50-4529-A5B6-4B962CD2BDC0}" dt="2026-06-14T04:18:45.633" v="26" actId="1076"/>
          <ac:spMkLst>
            <pc:docMk/>
            <pc:sldMk cId="0" sldId="259"/>
            <ac:spMk id="196" creationId="{00000000-0000-0000-0000-000000000000}"/>
          </ac:spMkLst>
        </pc:spChg>
        <pc:spChg chg="mod">
          <ac:chgData name="Ash B" userId="c1ac39c97ed008d7" providerId="LiveId" clId="{30409DCD-BD50-4529-A5B6-4B962CD2BDC0}" dt="2026-06-14T04:18:45.633" v="26" actId="1076"/>
          <ac:spMkLst>
            <pc:docMk/>
            <pc:sldMk cId="0" sldId="259"/>
            <ac:spMk id="197" creationId="{00000000-0000-0000-0000-000000000000}"/>
          </ac:spMkLst>
        </pc:spChg>
        <pc:spChg chg="mod">
          <ac:chgData name="Ash B" userId="c1ac39c97ed008d7" providerId="LiveId" clId="{30409DCD-BD50-4529-A5B6-4B962CD2BDC0}" dt="2026-06-14T04:18:45.633" v="26" actId="1076"/>
          <ac:spMkLst>
            <pc:docMk/>
            <pc:sldMk cId="0" sldId="259"/>
            <ac:spMk id="198" creationId="{00000000-0000-0000-0000-000000000000}"/>
          </ac:spMkLst>
        </pc:spChg>
        <pc:spChg chg="mod">
          <ac:chgData name="Ash B" userId="c1ac39c97ed008d7" providerId="LiveId" clId="{30409DCD-BD50-4529-A5B6-4B962CD2BDC0}" dt="2026-06-14T04:18:45.633" v="26" actId="1076"/>
          <ac:spMkLst>
            <pc:docMk/>
            <pc:sldMk cId="0" sldId="259"/>
            <ac:spMk id="199" creationId="{00000000-0000-0000-0000-000000000000}"/>
          </ac:spMkLst>
        </pc:spChg>
        <pc:spChg chg="mod">
          <ac:chgData name="Ash B" userId="c1ac39c97ed008d7" providerId="LiveId" clId="{30409DCD-BD50-4529-A5B6-4B962CD2BDC0}" dt="2026-06-14T04:19:28.023" v="27" actId="1076"/>
          <ac:spMkLst>
            <pc:docMk/>
            <pc:sldMk cId="0" sldId="259"/>
            <ac:spMk id="200" creationId="{00000000-0000-0000-0000-000000000000}"/>
          </ac:spMkLst>
        </pc:spChg>
        <pc:spChg chg="mod">
          <ac:chgData name="Ash B" userId="c1ac39c97ed008d7" providerId="LiveId" clId="{30409DCD-BD50-4529-A5B6-4B962CD2BDC0}" dt="2026-06-14T04:19:28.023" v="27" actId="1076"/>
          <ac:spMkLst>
            <pc:docMk/>
            <pc:sldMk cId="0" sldId="259"/>
            <ac:spMk id="201" creationId="{00000000-0000-0000-0000-000000000000}"/>
          </ac:spMkLst>
        </pc:spChg>
        <pc:spChg chg="mod">
          <ac:chgData name="Ash B" userId="c1ac39c97ed008d7" providerId="LiveId" clId="{30409DCD-BD50-4529-A5B6-4B962CD2BDC0}" dt="2026-06-14T04:19:28.023" v="27" actId="1076"/>
          <ac:spMkLst>
            <pc:docMk/>
            <pc:sldMk cId="0" sldId="259"/>
            <ac:spMk id="202" creationId="{00000000-0000-0000-0000-000000000000}"/>
          </ac:spMkLst>
        </pc:spChg>
        <pc:spChg chg="mod">
          <ac:chgData name="Ash B" userId="c1ac39c97ed008d7" providerId="LiveId" clId="{30409DCD-BD50-4529-A5B6-4B962CD2BDC0}" dt="2026-06-14T04:19:28.023" v="27" actId="1076"/>
          <ac:spMkLst>
            <pc:docMk/>
            <pc:sldMk cId="0" sldId="259"/>
            <ac:spMk id="203" creationId="{00000000-0000-0000-0000-000000000000}"/>
          </ac:spMkLst>
        </pc:spChg>
        <pc:spChg chg="mod">
          <ac:chgData name="Ash B" userId="c1ac39c97ed008d7" providerId="LiveId" clId="{30409DCD-BD50-4529-A5B6-4B962CD2BDC0}" dt="2026-06-14T04:19:28.023" v="27" actId="1076"/>
          <ac:spMkLst>
            <pc:docMk/>
            <pc:sldMk cId="0" sldId="259"/>
            <ac:spMk id="204" creationId="{00000000-0000-0000-0000-000000000000}"/>
          </ac:spMkLst>
        </pc:spChg>
        <pc:spChg chg="mod">
          <ac:chgData name="Ash B" userId="c1ac39c97ed008d7" providerId="LiveId" clId="{30409DCD-BD50-4529-A5B6-4B962CD2BDC0}" dt="2026-06-14T04:19:28.023" v="27" actId="1076"/>
          <ac:spMkLst>
            <pc:docMk/>
            <pc:sldMk cId="0" sldId="259"/>
            <ac:spMk id="205" creationId="{00000000-0000-0000-0000-000000000000}"/>
          </ac:spMkLst>
        </pc:spChg>
        <pc:spChg chg="mod">
          <ac:chgData name="Ash B" userId="c1ac39c97ed008d7" providerId="LiveId" clId="{30409DCD-BD50-4529-A5B6-4B962CD2BDC0}" dt="2026-06-14T04:19:28.023" v="27" actId="1076"/>
          <ac:spMkLst>
            <pc:docMk/>
            <pc:sldMk cId="0" sldId="259"/>
            <ac:spMk id="206" creationId="{00000000-0000-0000-0000-000000000000}"/>
          </ac:spMkLst>
        </pc:spChg>
        <pc:spChg chg="mod">
          <ac:chgData name="Ash B" userId="c1ac39c97ed008d7" providerId="LiveId" clId="{30409DCD-BD50-4529-A5B6-4B962CD2BDC0}" dt="2026-06-14T04:19:28.023" v="27" actId="1076"/>
          <ac:spMkLst>
            <pc:docMk/>
            <pc:sldMk cId="0" sldId="259"/>
            <ac:spMk id="207" creationId="{00000000-0000-0000-0000-000000000000}"/>
          </ac:spMkLst>
        </pc:spChg>
        <pc:spChg chg="mod">
          <ac:chgData name="Ash B" userId="c1ac39c97ed008d7" providerId="LiveId" clId="{30409DCD-BD50-4529-A5B6-4B962CD2BDC0}" dt="2026-06-14T04:19:28.023" v="27" actId="1076"/>
          <ac:spMkLst>
            <pc:docMk/>
            <pc:sldMk cId="0" sldId="259"/>
            <ac:spMk id="208" creationId="{00000000-0000-0000-0000-000000000000}"/>
          </ac:spMkLst>
        </pc:spChg>
        <pc:spChg chg="mod">
          <ac:chgData name="Ash B" userId="c1ac39c97ed008d7" providerId="LiveId" clId="{30409DCD-BD50-4529-A5B6-4B962CD2BDC0}" dt="2026-06-14T04:19:28.023" v="27" actId="1076"/>
          <ac:spMkLst>
            <pc:docMk/>
            <pc:sldMk cId="0" sldId="259"/>
            <ac:spMk id="209" creationId="{00000000-0000-0000-0000-000000000000}"/>
          </ac:spMkLst>
        </pc:spChg>
        <pc:spChg chg="mod">
          <ac:chgData name="Ash B" userId="c1ac39c97ed008d7" providerId="LiveId" clId="{30409DCD-BD50-4529-A5B6-4B962CD2BDC0}" dt="2026-06-14T04:19:28.023" v="27" actId="1076"/>
          <ac:spMkLst>
            <pc:docMk/>
            <pc:sldMk cId="0" sldId="259"/>
            <ac:spMk id="210" creationId="{00000000-0000-0000-0000-000000000000}"/>
          </ac:spMkLst>
        </pc:spChg>
        <pc:spChg chg="mod">
          <ac:chgData name="Ash B" userId="c1ac39c97ed008d7" providerId="LiveId" clId="{30409DCD-BD50-4529-A5B6-4B962CD2BDC0}" dt="2026-06-14T04:19:28.023" v="27" actId="1076"/>
          <ac:spMkLst>
            <pc:docMk/>
            <pc:sldMk cId="0" sldId="259"/>
            <ac:spMk id="211" creationId="{00000000-0000-0000-0000-000000000000}"/>
          </ac:spMkLst>
        </pc:spChg>
        <pc:spChg chg="mod">
          <ac:chgData name="Ash B" userId="c1ac39c97ed008d7" providerId="LiveId" clId="{30409DCD-BD50-4529-A5B6-4B962CD2BDC0}" dt="2026-06-14T04:19:28.023" v="27" actId="1076"/>
          <ac:spMkLst>
            <pc:docMk/>
            <pc:sldMk cId="0" sldId="259"/>
            <ac:spMk id="212" creationId="{00000000-0000-0000-0000-000000000000}"/>
          </ac:spMkLst>
        </pc:spChg>
        <pc:spChg chg="mod">
          <ac:chgData name="Ash B" userId="c1ac39c97ed008d7" providerId="LiveId" clId="{30409DCD-BD50-4529-A5B6-4B962CD2BDC0}" dt="2026-06-14T04:19:36.996" v="28" actId="1076"/>
          <ac:spMkLst>
            <pc:docMk/>
            <pc:sldMk cId="0" sldId="259"/>
            <ac:spMk id="213" creationId="{00000000-0000-0000-0000-000000000000}"/>
          </ac:spMkLst>
        </pc:spChg>
        <pc:spChg chg="mod">
          <ac:chgData name="Ash B" userId="c1ac39c97ed008d7" providerId="LiveId" clId="{30409DCD-BD50-4529-A5B6-4B962CD2BDC0}" dt="2026-06-14T04:19:28.023" v="27" actId="1076"/>
          <ac:spMkLst>
            <pc:docMk/>
            <pc:sldMk cId="0" sldId="259"/>
            <ac:spMk id="214" creationId="{00000000-0000-0000-0000-000000000000}"/>
          </ac:spMkLst>
        </pc:spChg>
        <pc:spChg chg="mod">
          <ac:chgData name="Ash B" userId="c1ac39c97ed008d7" providerId="LiveId" clId="{30409DCD-BD50-4529-A5B6-4B962CD2BDC0}" dt="2026-06-14T04:19:28.023" v="27" actId="1076"/>
          <ac:spMkLst>
            <pc:docMk/>
            <pc:sldMk cId="0" sldId="259"/>
            <ac:spMk id="215" creationId="{00000000-0000-0000-0000-000000000000}"/>
          </ac:spMkLst>
        </pc:spChg>
        <pc:spChg chg="mod">
          <ac:chgData name="Ash B" userId="c1ac39c97ed008d7" providerId="LiveId" clId="{30409DCD-BD50-4529-A5B6-4B962CD2BDC0}" dt="2026-06-14T04:28:30.496" v="44" actId="1076"/>
          <ac:spMkLst>
            <pc:docMk/>
            <pc:sldMk cId="0" sldId="259"/>
            <ac:spMk id="216" creationId="{00000000-0000-0000-0000-000000000000}"/>
          </ac:spMkLst>
        </pc:spChg>
      </pc:sldChg>
      <pc:sldChg chg="addSp delSp modSp mod">
        <pc:chgData name="Ash B" userId="c1ac39c97ed008d7" providerId="LiveId" clId="{30409DCD-BD50-4529-A5B6-4B962CD2BDC0}" dt="2026-06-14T12:21:48.312" v="928" actId="20577"/>
        <pc:sldMkLst>
          <pc:docMk/>
          <pc:sldMk cId="0" sldId="260"/>
        </pc:sldMkLst>
        <pc:spChg chg="add mod">
          <ac:chgData name="Ash B" userId="c1ac39c97ed008d7" providerId="LiveId" clId="{30409DCD-BD50-4529-A5B6-4B962CD2BDC0}" dt="2026-06-14T04:56:09.823" v="321" actId="1076"/>
          <ac:spMkLst>
            <pc:docMk/>
            <pc:sldMk cId="0" sldId="260"/>
            <ac:spMk id="2" creationId="{E0E7DE80-0714-CE9A-1A2B-1F17B0E3DB27}"/>
          </ac:spMkLst>
        </pc:spChg>
        <pc:spChg chg="add mod">
          <ac:chgData name="Ash B" userId="c1ac39c97ed008d7" providerId="LiveId" clId="{30409DCD-BD50-4529-A5B6-4B962CD2BDC0}" dt="2026-06-14T04:56:21.837" v="324" actId="14100"/>
          <ac:spMkLst>
            <pc:docMk/>
            <pc:sldMk cId="0" sldId="260"/>
            <ac:spMk id="4" creationId="{3253A75D-BF5F-FC74-9A0C-4F0E70AC2D3D}"/>
          </ac:spMkLst>
        </pc:spChg>
        <pc:spChg chg="mod">
          <ac:chgData name="Ash B" userId="c1ac39c97ed008d7" providerId="LiveId" clId="{30409DCD-BD50-4529-A5B6-4B962CD2BDC0}" dt="2026-06-14T12:21:48.312" v="928" actId="20577"/>
          <ac:spMkLst>
            <pc:docMk/>
            <pc:sldMk cId="0" sldId="260"/>
            <ac:spMk id="225" creationId="{00000000-0000-0000-0000-000000000000}"/>
          </ac:spMkLst>
        </pc:spChg>
        <pc:spChg chg="del">
          <ac:chgData name="Ash B" userId="c1ac39c97ed008d7" providerId="LiveId" clId="{30409DCD-BD50-4529-A5B6-4B962CD2BDC0}" dt="2026-06-14T04:35:32.887" v="176" actId="478"/>
          <ac:spMkLst>
            <pc:docMk/>
            <pc:sldMk cId="0" sldId="260"/>
            <ac:spMk id="226" creationId="{00000000-0000-0000-0000-000000000000}"/>
          </ac:spMkLst>
        </pc:spChg>
        <pc:spChg chg="mod">
          <ac:chgData name="Ash B" userId="c1ac39c97ed008d7" providerId="LiveId" clId="{30409DCD-BD50-4529-A5B6-4B962CD2BDC0}" dt="2026-06-14T12:21:39.103" v="916" actId="20577"/>
          <ac:spMkLst>
            <pc:docMk/>
            <pc:sldMk cId="0" sldId="260"/>
            <ac:spMk id="227" creationId="{00000000-0000-0000-0000-000000000000}"/>
          </ac:spMkLst>
        </pc:spChg>
        <pc:spChg chg="mod">
          <ac:chgData name="Ash B" userId="c1ac39c97ed008d7" providerId="LiveId" clId="{30409DCD-BD50-4529-A5B6-4B962CD2BDC0}" dt="2026-06-14T04:35:42.283" v="179" actId="1076"/>
          <ac:spMkLst>
            <pc:docMk/>
            <pc:sldMk cId="0" sldId="260"/>
            <ac:spMk id="230" creationId="{00000000-0000-0000-0000-000000000000}"/>
          </ac:spMkLst>
        </pc:spChg>
        <pc:spChg chg="mod">
          <ac:chgData name="Ash B" userId="c1ac39c97ed008d7" providerId="LiveId" clId="{30409DCD-BD50-4529-A5B6-4B962CD2BDC0}" dt="2026-06-14T04:35:49.271" v="180" actId="1076"/>
          <ac:spMkLst>
            <pc:docMk/>
            <pc:sldMk cId="0" sldId="260"/>
            <ac:spMk id="231" creationId="{00000000-0000-0000-0000-000000000000}"/>
          </ac:spMkLst>
        </pc:spChg>
        <pc:spChg chg="mod">
          <ac:chgData name="Ash B" userId="c1ac39c97ed008d7" providerId="LiveId" clId="{30409DCD-BD50-4529-A5B6-4B962CD2BDC0}" dt="2026-06-14T04:35:49.271" v="180" actId="1076"/>
          <ac:spMkLst>
            <pc:docMk/>
            <pc:sldMk cId="0" sldId="260"/>
            <ac:spMk id="232" creationId="{00000000-0000-0000-0000-000000000000}"/>
          </ac:spMkLst>
        </pc:spChg>
        <pc:graphicFrameChg chg="add mod modGraphic">
          <ac:chgData name="Ash B" userId="c1ac39c97ed008d7" providerId="LiveId" clId="{30409DCD-BD50-4529-A5B6-4B962CD2BDC0}" dt="2026-06-14T04:57:42.272" v="341"/>
          <ac:graphicFrameMkLst>
            <pc:docMk/>
            <pc:sldMk cId="0" sldId="260"/>
            <ac:graphicFrameMk id="5" creationId="{B2F76DB8-DA1F-F2EC-D32A-A38E6BEC450B}"/>
          </ac:graphicFrameMkLst>
        </pc:graphicFrameChg>
        <pc:graphicFrameChg chg="del modGraphic">
          <ac:chgData name="Ash B" userId="c1ac39c97ed008d7" providerId="LiveId" clId="{30409DCD-BD50-4529-A5B6-4B962CD2BDC0}" dt="2026-06-14T04:35:35.418" v="178" actId="478"/>
          <ac:graphicFrameMkLst>
            <pc:docMk/>
            <pc:sldMk cId="0" sldId="260"/>
            <ac:graphicFrameMk id="229" creationId="{00000000-0000-0000-0000-000000000000}"/>
          </ac:graphicFrameMkLst>
        </pc:graphicFrameChg>
      </pc:sldChg>
      <pc:sldChg chg="modSp mod">
        <pc:chgData name="Ash B" userId="c1ac39c97ed008d7" providerId="LiveId" clId="{30409DCD-BD50-4529-A5B6-4B962CD2BDC0}" dt="2026-06-14T11:46:55.457" v="846" actId="1076"/>
        <pc:sldMkLst>
          <pc:docMk/>
          <pc:sldMk cId="0" sldId="261"/>
        </pc:sldMkLst>
        <pc:spChg chg="mod">
          <ac:chgData name="Ash B" userId="c1ac39c97ed008d7" providerId="LiveId" clId="{30409DCD-BD50-4529-A5B6-4B962CD2BDC0}" dt="2026-06-14T11:46:18.508" v="842" actId="14100"/>
          <ac:spMkLst>
            <pc:docMk/>
            <pc:sldMk cId="0" sldId="261"/>
            <ac:spMk id="239" creationId="{00000000-0000-0000-0000-000000000000}"/>
          </ac:spMkLst>
        </pc:spChg>
        <pc:spChg chg="mod">
          <ac:chgData name="Ash B" userId="c1ac39c97ed008d7" providerId="LiveId" clId="{30409DCD-BD50-4529-A5B6-4B962CD2BDC0}" dt="2026-06-14T11:45:31.406" v="837" actId="14100"/>
          <ac:spMkLst>
            <pc:docMk/>
            <pc:sldMk cId="0" sldId="261"/>
            <ac:spMk id="241" creationId="{00000000-0000-0000-0000-000000000000}"/>
          </ac:spMkLst>
        </pc:spChg>
        <pc:spChg chg="mod">
          <ac:chgData name="Ash B" userId="c1ac39c97ed008d7" providerId="LiveId" clId="{30409DCD-BD50-4529-A5B6-4B962CD2BDC0}" dt="2026-06-14T11:45:57.134" v="840" actId="14100"/>
          <ac:spMkLst>
            <pc:docMk/>
            <pc:sldMk cId="0" sldId="261"/>
            <ac:spMk id="242" creationId="{00000000-0000-0000-0000-000000000000}"/>
          </ac:spMkLst>
        </pc:spChg>
        <pc:spChg chg="mod">
          <ac:chgData name="Ash B" userId="c1ac39c97ed008d7" providerId="LiveId" clId="{30409DCD-BD50-4529-A5B6-4B962CD2BDC0}" dt="2026-06-14T11:46:55.457" v="846" actId="1076"/>
          <ac:spMkLst>
            <pc:docMk/>
            <pc:sldMk cId="0" sldId="261"/>
            <ac:spMk id="244" creationId="{00000000-0000-0000-0000-000000000000}"/>
          </ac:spMkLst>
        </pc:spChg>
        <pc:spChg chg="mod">
          <ac:chgData name="Ash B" userId="c1ac39c97ed008d7" providerId="LiveId" clId="{30409DCD-BD50-4529-A5B6-4B962CD2BDC0}" dt="2026-06-14T11:32:11.188" v="717" actId="20577"/>
          <ac:spMkLst>
            <pc:docMk/>
            <pc:sldMk cId="0" sldId="261"/>
            <ac:spMk id="247" creationId="{00000000-0000-0000-0000-000000000000}"/>
          </ac:spMkLst>
        </pc:spChg>
        <pc:spChg chg="mod">
          <ac:chgData name="Ash B" userId="c1ac39c97ed008d7" providerId="LiveId" clId="{30409DCD-BD50-4529-A5B6-4B962CD2BDC0}" dt="2026-06-14T11:46:12.786" v="841" actId="14100"/>
          <ac:spMkLst>
            <pc:docMk/>
            <pc:sldMk cId="0" sldId="261"/>
            <ac:spMk id="248" creationId="{00000000-0000-0000-0000-000000000000}"/>
          </ac:spMkLst>
        </pc:spChg>
        <pc:spChg chg="mod">
          <ac:chgData name="Ash B" userId="c1ac39c97ed008d7" providerId="LiveId" clId="{30409DCD-BD50-4529-A5B6-4B962CD2BDC0}" dt="2026-06-14T11:46:30.379" v="844" actId="14100"/>
          <ac:spMkLst>
            <pc:docMk/>
            <pc:sldMk cId="0" sldId="261"/>
            <ac:spMk id="250" creationId="{00000000-0000-0000-0000-000000000000}"/>
          </ac:spMkLst>
        </pc:spChg>
        <pc:grpChg chg="mod">
          <ac:chgData name="Ash B" userId="c1ac39c97ed008d7" providerId="LiveId" clId="{30409DCD-BD50-4529-A5B6-4B962CD2BDC0}" dt="2026-06-14T11:46:45.850" v="845" actId="1076"/>
          <ac:grpSpMkLst>
            <pc:docMk/>
            <pc:sldMk cId="0" sldId="261"/>
            <ac:grpSpMk id="238" creationId="{00000000-0000-0000-0000-000000000000}"/>
          </ac:grpSpMkLst>
        </pc:grpChg>
      </pc:sldChg>
      <pc:sldChg chg="addSp delSp modSp mod">
        <pc:chgData name="Ash B" userId="c1ac39c97ed008d7" providerId="LiveId" clId="{30409DCD-BD50-4529-A5B6-4B962CD2BDC0}" dt="2026-06-14T12:21:03.823" v="902" actId="6549"/>
        <pc:sldMkLst>
          <pc:docMk/>
          <pc:sldMk cId="0" sldId="262"/>
        </pc:sldMkLst>
        <pc:spChg chg="add del mod">
          <ac:chgData name="Ash B" userId="c1ac39c97ed008d7" providerId="LiveId" clId="{30409DCD-BD50-4529-A5B6-4B962CD2BDC0}" dt="2026-06-14T11:33:02.929" v="721" actId="478"/>
          <ac:spMkLst>
            <pc:docMk/>
            <pc:sldMk cId="0" sldId="262"/>
            <ac:spMk id="3" creationId="{E5BE3015-F07C-24E2-F2B6-2EFE556DC309}"/>
          </ac:spMkLst>
        </pc:spChg>
        <pc:spChg chg="add del ord">
          <ac:chgData name="Ash B" userId="c1ac39c97ed008d7" providerId="LiveId" clId="{30409DCD-BD50-4529-A5B6-4B962CD2BDC0}" dt="2026-06-14T11:33:22.453" v="725" actId="11529"/>
          <ac:spMkLst>
            <pc:docMk/>
            <pc:sldMk cId="0" sldId="262"/>
            <ac:spMk id="4" creationId="{52C128A4-B761-A150-CE71-4069E0D3EAAC}"/>
          </ac:spMkLst>
        </pc:spChg>
        <pc:spChg chg="add del">
          <ac:chgData name="Ash B" userId="c1ac39c97ed008d7" providerId="LiveId" clId="{30409DCD-BD50-4529-A5B6-4B962CD2BDC0}" dt="2026-06-14T11:40:08.273" v="788" actId="478"/>
          <ac:spMkLst>
            <pc:docMk/>
            <pc:sldMk cId="0" sldId="262"/>
            <ac:spMk id="5" creationId="{57E363DB-8BDB-54FF-5716-D6A10F241FB7}"/>
          </ac:spMkLst>
        </pc:spChg>
        <pc:spChg chg="add mod">
          <ac:chgData name="Ash B" userId="c1ac39c97ed008d7" providerId="LiveId" clId="{30409DCD-BD50-4529-A5B6-4B962CD2BDC0}" dt="2026-06-14T11:42:39.633" v="805" actId="692"/>
          <ac:spMkLst>
            <pc:docMk/>
            <pc:sldMk cId="0" sldId="262"/>
            <ac:spMk id="6" creationId="{372852AD-BDBB-41E0-90E2-0B01278D347B}"/>
          </ac:spMkLst>
        </pc:spChg>
        <pc:spChg chg="mod">
          <ac:chgData name="Ash B" userId="c1ac39c97ed008d7" providerId="LiveId" clId="{30409DCD-BD50-4529-A5B6-4B962CD2BDC0}" dt="2026-06-14T11:44:05.437" v="830" actId="20577"/>
          <ac:spMkLst>
            <pc:docMk/>
            <pc:sldMk cId="0" sldId="262"/>
            <ac:spMk id="258" creationId="{00000000-0000-0000-0000-000000000000}"/>
          </ac:spMkLst>
        </pc:spChg>
        <pc:spChg chg="mod">
          <ac:chgData name="Ash B" userId="c1ac39c97ed008d7" providerId="LiveId" clId="{30409DCD-BD50-4529-A5B6-4B962CD2BDC0}" dt="2026-06-14T11:43:17.250" v="822" actId="14100"/>
          <ac:spMkLst>
            <pc:docMk/>
            <pc:sldMk cId="0" sldId="262"/>
            <ac:spMk id="260" creationId="{00000000-0000-0000-0000-000000000000}"/>
          </ac:spMkLst>
        </pc:spChg>
        <pc:spChg chg="mod">
          <ac:chgData name="Ash B" userId="c1ac39c97ed008d7" providerId="LiveId" clId="{30409DCD-BD50-4529-A5B6-4B962CD2BDC0}" dt="2026-06-14T12:21:03.823" v="902" actId="6549"/>
          <ac:spMkLst>
            <pc:docMk/>
            <pc:sldMk cId="0" sldId="262"/>
            <ac:spMk id="261" creationId="{00000000-0000-0000-0000-000000000000}"/>
          </ac:spMkLst>
        </pc:spChg>
        <pc:spChg chg="mod">
          <ac:chgData name="Ash B" userId="c1ac39c97ed008d7" providerId="LiveId" clId="{30409DCD-BD50-4529-A5B6-4B962CD2BDC0}" dt="2026-06-14T11:44:13.962" v="834" actId="20577"/>
          <ac:spMkLst>
            <pc:docMk/>
            <pc:sldMk cId="0" sldId="262"/>
            <ac:spMk id="262" creationId="{00000000-0000-0000-0000-000000000000}"/>
          </ac:spMkLst>
        </pc:spChg>
        <pc:spChg chg="mod">
          <ac:chgData name="Ash B" userId="c1ac39c97ed008d7" providerId="LiveId" clId="{30409DCD-BD50-4529-A5B6-4B962CD2BDC0}" dt="2026-06-14T11:43:41.371" v="825" actId="1076"/>
          <ac:spMkLst>
            <pc:docMk/>
            <pc:sldMk cId="0" sldId="262"/>
            <ac:spMk id="263" creationId="{00000000-0000-0000-0000-000000000000}"/>
          </ac:spMkLst>
        </pc:spChg>
        <pc:graphicFrameChg chg="add mod modGraphic">
          <ac:chgData name="Ash B" userId="c1ac39c97ed008d7" providerId="LiveId" clId="{30409DCD-BD50-4529-A5B6-4B962CD2BDC0}" dt="2026-06-14T11:43:06.192" v="821" actId="20577"/>
          <ac:graphicFrameMkLst>
            <pc:docMk/>
            <pc:sldMk cId="0" sldId="262"/>
            <ac:graphicFrameMk id="7" creationId="{00000000-0000-0000-0000-000000000000}"/>
          </ac:graphicFrameMkLst>
        </pc:graphicFrameChg>
        <pc:graphicFrameChg chg="del mod ord modGraphic">
          <ac:chgData name="Ash B" userId="c1ac39c97ed008d7" providerId="LiveId" clId="{30409DCD-BD50-4529-A5B6-4B962CD2BDC0}" dt="2026-06-14T11:40:13.491" v="789" actId="21"/>
          <ac:graphicFrameMkLst>
            <pc:docMk/>
            <pc:sldMk cId="0" sldId="262"/>
            <ac:graphicFrameMk id="266" creationId="{00000000-0000-0000-0000-000000000000}"/>
          </ac:graphicFrameMkLst>
        </pc:graphicFrameChg>
      </pc:sldChg>
      <pc:sldChg chg="delSp mod">
        <pc:chgData name="Ash B" userId="c1ac39c97ed008d7" providerId="LiveId" clId="{30409DCD-BD50-4529-A5B6-4B962CD2BDC0}" dt="2026-06-14T05:02:02.633" v="346" actId="478"/>
        <pc:sldMkLst>
          <pc:docMk/>
          <pc:sldMk cId="0" sldId="263"/>
        </pc:sldMkLst>
        <pc:spChg chg="del">
          <ac:chgData name="Ash B" userId="c1ac39c97ed008d7" providerId="LiveId" clId="{30409DCD-BD50-4529-A5B6-4B962CD2BDC0}" dt="2026-06-14T05:00:39.611" v="344" actId="478"/>
          <ac:spMkLst>
            <pc:docMk/>
            <pc:sldMk cId="0" sldId="263"/>
            <ac:spMk id="2" creationId="{BB4A4C50-B4E4-2C40-46DD-C907E0D5DD06}"/>
          </ac:spMkLst>
        </pc:spChg>
        <pc:spChg chg="del">
          <ac:chgData name="Ash B" userId="c1ac39c97ed008d7" providerId="LiveId" clId="{30409DCD-BD50-4529-A5B6-4B962CD2BDC0}" dt="2026-06-14T05:02:02.633" v="346" actId="478"/>
          <ac:spMkLst>
            <pc:docMk/>
            <pc:sldMk cId="0" sldId="263"/>
            <ac:spMk id="275" creationId="{00000000-0000-0000-0000-000000000000}"/>
          </ac:spMkLst>
        </pc:spChg>
      </pc:sldChg>
      <pc:sldChg chg="modSp mod">
        <pc:chgData name="Ash B" userId="c1ac39c97ed008d7" providerId="LiveId" clId="{30409DCD-BD50-4529-A5B6-4B962CD2BDC0}" dt="2026-06-14T05:02:18.136" v="350" actId="1076"/>
        <pc:sldMkLst>
          <pc:docMk/>
          <pc:sldMk cId="0" sldId="264"/>
        </pc:sldMkLst>
        <pc:spChg chg="mod">
          <ac:chgData name="Ash B" userId="c1ac39c97ed008d7" providerId="LiveId" clId="{30409DCD-BD50-4529-A5B6-4B962CD2BDC0}" dt="2026-06-14T05:02:17.623" v="349" actId="1076"/>
          <ac:spMkLst>
            <pc:docMk/>
            <pc:sldMk cId="0" sldId="264"/>
            <ac:spMk id="316" creationId="{00000000-0000-0000-0000-000000000000}"/>
          </ac:spMkLst>
        </pc:spChg>
        <pc:spChg chg="mod">
          <ac:chgData name="Ash B" userId="c1ac39c97ed008d7" providerId="LiveId" clId="{30409DCD-BD50-4529-A5B6-4B962CD2BDC0}" dt="2026-06-14T05:02:18.136" v="350" actId="1076"/>
          <ac:spMkLst>
            <pc:docMk/>
            <pc:sldMk cId="0" sldId="264"/>
            <ac:spMk id="317" creationId="{00000000-0000-0000-0000-000000000000}"/>
          </ac:spMkLst>
        </pc:spChg>
        <pc:spChg chg="mod">
          <ac:chgData name="Ash B" userId="c1ac39c97ed008d7" providerId="LiveId" clId="{30409DCD-BD50-4529-A5B6-4B962CD2BDC0}" dt="2026-06-14T05:00:46.150" v="345" actId="1076"/>
          <ac:spMkLst>
            <pc:docMk/>
            <pc:sldMk cId="0" sldId="264"/>
            <ac:spMk id="318" creationId="{00000000-0000-0000-0000-000000000000}"/>
          </ac:spMkLst>
        </pc:spChg>
      </pc:sldChg>
      <pc:sldChg chg="modSp mod">
        <pc:chgData name="Ash B" userId="c1ac39c97ed008d7" providerId="LiveId" clId="{30409DCD-BD50-4529-A5B6-4B962CD2BDC0}" dt="2026-06-14T11:47:50.624" v="847" actId="2062"/>
        <pc:sldMkLst>
          <pc:docMk/>
          <pc:sldMk cId="0" sldId="265"/>
        </pc:sldMkLst>
        <pc:graphicFrameChg chg="modGraphic">
          <ac:chgData name="Ash B" userId="c1ac39c97ed008d7" providerId="LiveId" clId="{30409DCD-BD50-4529-A5B6-4B962CD2BDC0}" dt="2026-06-14T11:47:50.624" v="847" actId="2062"/>
          <ac:graphicFrameMkLst>
            <pc:docMk/>
            <pc:sldMk cId="0" sldId="265"/>
            <ac:graphicFrameMk id="326" creationId="{00000000-0000-0000-0000-000000000000}"/>
          </ac:graphicFrameMkLst>
        </pc:graphicFrameChg>
      </pc:sldChg>
      <pc:sldChg chg="modSp mod">
        <pc:chgData name="Ash B" userId="c1ac39c97ed008d7" providerId="LiveId" clId="{30409DCD-BD50-4529-A5B6-4B962CD2BDC0}" dt="2026-06-15T04:09:01.545" v="1540" actId="1076"/>
        <pc:sldMkLst>
          <pc:docMk/>
          <pc:sldMk cId="0" sldId="268"/>
        </pc:sldMkLst>
        <pc:picChg chg="mod">
          <ac:chgData name="Ash B" userId="c1ac39c97ed008d7" providerId="LiveId" clId="{30409DCD-BD50-4529-A5B6-4B962CD2BDC0}" dt="2026-06-15T04:09:01.545" v="1540" actId="1076"/>
          <ac:picMkLst>
            <pc:docMk/>
            <pc:sldMk cId="0" sldId="268"/>
            <ac:picMk id="353" creationId="{00000000-0000-0000-0000-000000000000}"/>
          </ac:picMkLst>
        </pc:picChg>
      </pc:sldChg>
      <pc:sldChg chg="modSp mod">
        <pc:chgData name="Ash B" userId="c1ac39c97ed008d7" providerId="LiveId" clId="{30409DCD-BD50-4529-A5B6-4B962CD2BDC0}" dt="2026-06-14T14:00:17.817" v="1375" actId="1076"/>
        <pc:sldMkLst>
          <pc:docMk/>
          <pc:sldMk cId="0" sldId="270"/>
        </pc:sldMkLst>
        <pc:picChg chg="mod">
          <ac:chgData name="Ash B" userId="c1ac39c97ed008d7" providerId="LiveId" clId="{30409DCD-BD50-4529-A5B6-4B962CD2BDC0}" dt="2026-06-14T14:00:17.817" v="1375" actId="1076"/>
          <ac:picMkLst>
            <pc:docMk/>
            <pc:sldMk cId="0" sldId="270"/>
            <ac:picMk id="371" creationId="{00000000-0000-0000-0000-000000000000}"/>
          </ac:picMkLst>
        </pc:picChg>
      </pc:sldChg>
      <pc:sldChg chg="addSp delSp modSp mod">
        <pc:chgData name="Ash B" userId="c1ac39c97ed008d7" providerId="LiveId" clId="{30409DCD-BD50-4529-A5B6-4B962CD2BDC0}" dt="2026-06-14T14:48:23.824" v="1418" actId="2711"/>
        <pc:sldMkLst>
          <pc:docMk/>
          <pc:sldMk cId="0" sldId="273"/>
        </pc:sldMkLst>
        <pc:spChg chg="mod">
          <ac:chgData name="Ash B" userId="c1ac39c97ed008d7" providerId="LiveId" clId="{30409DCD-BD50-4529-A5B6-4B962CD2BDC0}" dt="2026-06-14T14:41:58.508" v="1400" actId="14100"/>
          <ac:spMkLst>
            <pc:docMk/>
            <pc:sldMk cId="0" sldId="273"/>
            <ac:spMk id="405" creationId="{00000000-0000-0000-0000-000000000000}"/>
          </ac:spMkLst>
        </pc:spChg>
        <pc:spChg chg="del">
          <ac:chgData name="Ash B" userId="c1ac39c97ed008d7" providerId="LiveId" clId="{30409DCD-BD50-4529-A5B6-4B962CD2BDC0}" dt="2026-06-14T14:24:23.355" v="1390" actId="478"/>
          <ac:spMkLst>
            <pc:docMk/>
            <pc:sldMk cId="0" sldId="273"/>
            <ac:spMk id="406" creationId="{00000000-0000-0000-0000-000000000000}"/>
          </ac:spMkLst>
        </pc:spChg>
        <pc:spChg chg="mod">
          <ac:chgData name="Ash B" userId="c1ac39c97ed008d7" providerId="LiveId" clId="{30409DCD-BD50-4529-A5B6-4B962CD2BDC0}" dt="2026-06-14T14:47:49.776" v="1414" actId="14100"/>
          <ac:spMkLst>
            <pc:docMk/>
            <pc:sldMk cId="0" sldId="273"/>
            <ac:spMk id="410" creationId="{00000000-0000-0000-0000-000000000000}"/>
          </ac:spMkLst>
        </pc:spChg>
        <pc:graphicFrameChg chg="add mod modGraphic">
          <ac:chgData name="Ash B" userId="c1ac39c97ed008d7" providerId="LiveId" clId="{30409DCD-BD50-4529-A5B6-4B962CD2BDC0}" dt="2026-06-14T14:48:03.475" v="1416" actId="404"/>
          <ac:graphicFrameMkLst>
            <pc:docMk/>
            <pc:sldMk cId="0" sldId="273"/>
            <ac:graphicFrameMk id="3" creationId="{0A15230B-A15E-3DD5-62C7-666C2870443D}"/>
          </ac:graphicFrameMkLst>
        </pc:graphicFrameChg>
        <pc:graphicFrameChg chg="add mod modGraphic">
          <ac:chgData name="Ash B" userId="c1ac39c97ed008d7" providerId="LiveId" clId="{30409DCD-BD50-4529-A5B6-4B962CD2BDC0}" dt="2026-06-14T14:48:09.776" v="1417" actId="2711"/>
          <ac:graphicFrameMkLst>
            <pc:docMk/>
            <pc:sldMk cId="0" sldId="273"/>
            <ac:graphicFrameMk id="4" creationId="{E235FF91-F4DF-2AFE-64AC-A69BC22EA314}"/>
          </ac:graphicFrameMkLst>
        </pc:graphicFrameChg>
        <pc:graphicFrameChg chg="add mod modGraphic">
          <ac:chgData name="Ash B" userId="c1ac39c97ed008d7" providerId="LiveId" clId="{30409DCD-BD50-4529-A5B6-4B962CD2BDC0}" dt="2026-06-14T14:48:23.824" v="1418" actId="2711"/>
          <ac:graphicFrameMkLst>
            <pc:docMk/>
            <pc:sldMk cId="0" sldId="273"/>
            <ac:graphicFrameMk id="5" creationId="{029A13F0-4DEB-2372-FC7B-1E7EA2DAE04E}"/>
          </ac:graphicFrameMkLst>
        </pc:graphicFrameChg>
        <pc:graphicFrameChg chg="modGraphic">
          <ac:chgData name="Ash B" userId="c1ac39c97ed008d7" providerId="LiveId" clId="{30409DCD-BD50-4529-A5B6-4B962CD2BDC0}" dt="2026-06-14T14:24:37.349" v="1393" actId="14100"/>
          <ac:graphicFrameMkLst>
            <pc:docMk/>
            <pc:sldMk cId="0" sldId="273"/>
            <ac:graphicFrameMk id="409" creationId="{00000000-0000-0000-0000-000000000000}"/>
          </ac:graphicFrameMkLst>
        </pc:graphicFrameChg>
        <pc:graphicFrameChg chg="modGraphic">
          <ac:chgData name="Ash B" userId="c1ac39c97ed008d7" providerId="LiveId" clId="{30409DCD-BD50-4529-A5B6-4B962CD2BDC0}" dt="2026-06-14T14:24:39.996" v="1394" actId="14100"/>
          <ac:graphicFrameMkLst>
            <pc:docMk/>
            <pc:sldMk cId="0" sldId="273"/>
            <ac:graphicFrameMk id="411" creationId="{00000000-0000-0000-0000-000000000000}"/>
          </ac:graphicFrameMkLst>
        </pc:graphicFrameChg>
        <pc:graphicFrameChg chg="del">
          <ac:chgData name="Ash B" userId="c1ac39c97ed008d7" providerId="LiveId" clId="{30409DCD-BD50-4529-A5B6-4B962CD2BDC0}" dt="2026-06-14T14:24:18.957" v="1387" actId="478"/>
          <ac:graphicFrameMkLst>
            <pc:docMk/>
            <pc:sldMk cId="0" sldId="273"/>
            <ac:graphicFrameMk id="413" creationId="{00000000-0000-0000-0000-000000000000}"/>
          </ac:graphicFrameMkLst>
        </pc:graphicFrameChg>
        <pc:graphicFrameChg chg="del">
          <ac:chgData name="Ash B" userId="c1ac39c97ed008d7" providerId="LiveId" clId="{30409DCD-BD50-4529-A5B6-4B962CD2BDC0}" dt="2026-06-14T14:24:20.726" v="1388" actId="478"/>
          <ac:graphicFrameMkLst>
            <pc:docMk/>
            <pc:sldMk cId="0" sldId="273"/>
            <ac:graphicFrameMk id="415" creationId="{00000000-0000-0000-0000-000000000000}"/>
          </ac:graphicFrameMkLst>
        </pc:graphicFrameChg>
        <pc:picChg chg="mod">
          <ac:chgData name="Ash B" userId="c1ac39c97ed008d7" providerId="LiveId" clId="{30409DCD-BD50-4529-A5B6-4B962CD2BDC0}" dt="2026-06-14T14:24:57.204" v="1398" actId="14100"/>
          <ac:picMkLst>
            <pc:docMk/>
            <pc:sldMk cId="0" sldId="273"/>
            <ac:picMk id="417" creationId="{00000000-0000-0000-0000-000000000000}"/>
          </ac:picMkLst>
        </pc:picChg>
        <pc:picChg chg="del">
          <ac:chgData name="Ash B" userId="c1ac39c97ed008d7" providerId="LiveId" clId="{30409DCD-BD50-4529-A5B6-4B962CD2BDC0}" dt="2026-06-14T14:24:22.136" v="1389" actId="478"/>
          <ac:picMkLst>
            <pc:docMk/>
            <pc:sldMk cId="0" sldId="273"/>
            <ac:picMk id="418" creationId="{00000000-0000-0000-0000-000000000000}"/>
          </ac:picMkLst>
        </pc:picChg>
      </pc:sldChg>
      <pc:sldChg chg="modSp mod">
        <pc:chgData name="Ash B" userId="c1ac39c97ed008d7" providerId="LiveId" clId="{30409DCD-BD50-4529-A5B6-4B962CD2BDC0}" dt="2026-06-14T14:48:57.198" v="1419" actId="14100"/>
        <pc:sldMkLst>
          <pc:docMk/>
          <pc:sldMk cId="0" sldId="274"/>
        </pc:sldMkLst>
        <pc:picChg chg="mod">
          <ac:chgData name="Ash B" userId="c1ac39c97ed008d7" providerId="LiveId" clId="{30409DCD-BD50-4529-A5B6-4B962CD2BDC0}" dt="2026-06-14T14:48:57.198" v="1419" actId="14100"/>
          <ac:picMkLst>
            <pc:docMk/>
            <pc:sldMk cId="0" sldId="274"/>
            <ac:picMk id="426" creationId="{00000000-0000-0000-0000-000000000000}"/>
          </ac:picMkLst>
        </pc:picChg>
      </pc:sldChg>
      <pc:sldChg chg="modSp mod">
        <pc:chgData name="Ash B" userId="c1ac39c97ed008d7" providerId="LiveId" clId="{30409DCD-BD50-4529-A5B6-4B962CD2BDC0}" dt="2026-06-14T14:56:56.959" v="1477" actId="14100"/>
        <pc:sldMkLst>
          <pc:docMk/>
          <pc:sldMk cId="0" sldId="284"/>
        </pc:sldMkLst>
        <pc:spChg chg="mod">
          <ac:chgData name="Ash B" userId="c1ac39c97ed008d7" providerId="LiveId" clId="{30409DCD-BD50-4529-A5B6-4B962CD2BDC0}" dt="2026-06-14T14:56:25.389" v="1471" actId="403"/>
          <ac:spMkLst>
            <pc:docMk/>
            <pc:sldMk cId="0" sldId="284"/>
            <ac:spMk id="548" creationId="{00000000-0000-0000-0000-000000000000}"/>
          </ac:spMkLst>
        </pc:spChg>
        <pc:spChg chg="mod">
          <ac:chgData name="Ash B" userId="c1ac39c97ed008d7" providerId="LiveId" clId="{30409DCD-BD50-4529-A5B6-4B962CD2BDC0}" dt="2026-06-14T14:56:31.883" v="1473" actId="403"/>
          <ac:spMkLst>
            <pc:docMk/>
            <pc:sldMk cId="0" sldId="284"/>
            <ac:spMk id="552" creationId="{00000000-0000-0000-0000-000000000000}"/>
          </ac:spMkLst>
        </pc:spChg>
        <pc:spChg chg="mod">
          <ac:chgData name="Ash B" userId="c1ac39c97ed008d7" providerId="LiveId" clId="{30409DCD-BD50-4529-A5B6-4B962CD2BDC0}" dt="2026-06-14T14:56:50.147" v="1476" actId="255"/>
          <ac:spMkLst>
            <pc:docMk/>
            <pc:sldMk cId="0" sldId="284"/>
            <ac:spMk id="556" creationId="{00000000-0000-0000-0000-000000000000}"/>
          </ac:spMkLst>
        </pc:spChg>
        <pc:spChg chg="mod">
          <ac:chgData name="Ash B" userId="c1ac39c97ed008d7" providerId="LiveId" clId="{30409DCD-BD50-4529-A5B6-4B962CD2BDC0}" dt="2026-06-14T14:56:56.959" v="1477" actId="14100"/>
          <ac:spMkLst>
            <pc:docMk/>
            <pc:sldMk cId="0" sldId="284"/>
            <ac:spMk id="557" creationId="{00000000-0000-0000-0000-000000000000}"/>
          </ac:spMkLst>
        </pc:spChg>
      </pc:sldChg>
      <pc:sldChg chg="del mod">
        <pc:chgData name="Ash B" userId="c1ac39c97ed008d7" providerId="LiveId" clId="{30409DCD-BD50-4529-A5B6-4B962CD2BDC0}" dt="2026-06-14T15:14:20.674" v="1535" actId="47"/>
        <pc:sldMkLst>
          <pc:docMk/>
          <pc:sldMk cId="0" sldId="289"/>
        </pc:sldMkLst>
      </pc:sldChg>
      <pc:sldChg chg="modSp mod">
        <pc:chgData name="Ash B" userId="c1ac39c97ed008d7" providerId="LiveId" clId="{30409DCD-BD50-4529-A5B6-4B962CD2BDC0}" dt="2026-06-14T06:15:49.148" v="692" actId="20577"/>
        <pc:sldMkLst>
          <pc:docMk/>
          <pc:sldMk cId="0" sldId="291"/>
        </pc:sldMkLst>
        <pc:graphicFrameChg chg="modGraphic">
          <ac:chgData name="Ash B" userId="c1ac39c97ed008d7" providerId="LiveId" clId="{30409DCD-BD50-4529-A5B6-4B962CD2BDC0}" dt="2026-06-14T06:15:49.148" v="692" actId="20577"/>
          <ac:graphicFrameMkLst>
            <pc:docMk/>
            <pc:sldMk cId="0" sldId="291"/>
            <ac:graphicFrameMk id="662" creationId="{00000000-0000-0000-0000-000000000000}"/>
          </ac:graphicFrameMkLst>
        </pc:graphicFrameChg>
      </pc:sldChg>
      <pc:sldChg chg="modSp mod">
        <pc:chgData name="Ash B" userId="c1ac39c97ed008d7" providerId="LiveId" clId="{30409DCD-BD50-4529-A5B6-4B962CD2BDC0}" dt="2026-06-14T15:15:40.629" v="1538" actId="207"/>
        <pc:sldMkLst>
          <pc:docMk/>
          <pc:sldMk cId="0" sldId="296"/>
        </pc:sldMkLst>
        <pc:graphicFrameChg chg="modGraphic">
          <ac:chgData name="Ash B" userId="c1ac39c97ed008d7" providerId="LiveId" clId="{30409DCD-BD50-4529-A5B6-4B962CD2BDC0}" dt="2026-06-14T15:15:40.629" v="1538" actId="207"/>
          <ac:graphicFrameMkLst>
            <pc:docMk/>
            <pc:sldMk cId="0" sldId="296"/>
            <ac:graphicFrameMk id="791" creationId="{00000000-0000-0000-0000-000000000000}"/>
          </ac:graphicFrameMkLst>
        </pc:graphicFrameChg>
      </pc:sldChg>
      <pc:sldChg chg="modSp mod">
        <pc:chgData name="Ash B" userId="c1ac39c97ed008d7" providerId="LiveId" clId="{30409DCD-BD50-4529-A5B6-4B962CD2BDC0}" dt="2026-06-14T11:29:20.172" v="698" actId="207"/>
        <pc:sldMkLst>
          <pc:docMk/>
          <pc:sldMk cId="0" sldId="300"/>
        </pc:sldMkLst>
        <pc:graphicFrameChg chg="modGraphic">
          <ac:chgData name="Ash B" userId="c1ac39c97ed008d7" providerId="LiveId" clId="{30409DCD-BD50-4529-A5B6-4B962CD2BDC0}" dt="2026-06-14T11:29:20.172" v="698" actId="207"/>
          <ac:graphicFrameMkLst>
            <pc:docMk/>
            <pc:sldMk cId="0" sldId="300"/>
            <ac:graphicFrameMk id="826" creationId="{00000000-0000-0000-0000-000000000000}"/>
          </ac:graphicFrameMkLst>
        </pc:graphicFrameChg>
      </pc:sldChg>
      <pc:sldChg chg="modSp mod">
        <pc:chgData name="Ash B" userId="c1ac39c97ed008d7" providerId="LiveId" clId="{30409DCD-BD50-4529-A5B6-4B962CD2BDC0}" dt="2026-06-14T06:20:58.629" v="697" actId="207"/>
        <pc:sldMkLst>
          <pc:docMk/>
          <pc:sldMk cId="0" sldId="301"/>
        </pc:sldMkLst>
        <pc:graphicFrameChg chg="modGraphic">
          <ac:chgData name="Ash B" userId="c1ac39c97ed008d7" providerId="LiveId" clId="{30409DCD-BD50-4529-A5B6-4B962CD2BDC0}" dt="2026-06-14T06:20:58.629" v="697" actId="207"/>
          <ac:graphicFrameMkLst>
            <pc:docMk/>
            <pc:sldMk cId="0" sldId="301"/>
            <ac:graphicFrameMk id="833" creationId="{00000000-0000-0000-0000-000000000000}"/>
          </ac:graphicFrameMkLst>
        </pc:graphicFrameChg>
      </pc:sldChg>
      <pc:sldChg chg="addSp delSp modSp new del mod">
        <pc:chgData name="Ash B" userId="c1ac39c97ed008d7" providerId="LiveId" clId="{30409DCD-BD50-4529-A5B6-4B962CD2BDC0}" dt="2026-06-14T04:58:26.940" v="343" actId="47"/>
        <pc:sldMkLst>
          <pc:docMk/>
          <pc:sldMk cId="3079089697" sldId="303"/>
        </pc:sldMkLst>
        <pc:spChg chg="add del mod">
          <ac:chgData name="Ash B" userId="c1ac39c97ed008d7" providerId="LiveId" clId="{30409DCD-BD50-4529-A5B6-4B962CD2BDC0}" dt="2026-06-14T04:54:34.207" v="301" actId="21"/>
          <ac:spMkLst>
            <pc:docMk/>
            <pc:sldMk cId="3079089697" sldId="303"/>
            <ac:spMk id="4" creationId="{3253A75D-BF5F-FC74-9A0C-4F0E70AC2D3D}"/>
          </ac:spMkLst>
        </pc:spChg>
        <pc:graphicFrameChg chg="add del mod">
          <ac:chgData name="Ash B" userId="c1ac39c97ed008d7" providerId="LiveId" clId="{30409DCD-BD50-4529-A5B6-4B962CD2BDC0}" dt="2026-06-14T04:55:04.928" v="307" actId="21"/>
          <ac:graphicFrameMkLst>
            <pc:docMk/>
            <pc:sldMk cId="3079089697" sldId="303"/>
            <ac:graphicFrameMk id="5" creationId="{B2F76DB8-DA1F-F2EC-D32A-A38E6BEC450B}"/>
          </ac:graphicFrameMkLst>
        </pc:graphicFrameChg>
      </pc:sldChg>
      <pc:sldChg chg="addSp delSp modSp new del mod">
        <pc:chgData name="Ash B" userId="c1ac39c97ed008d7" providerId="LiveId" clId="{30409DCD-BD50-4529-A5B6-4B962CD2BDC0}" dt="2026-06-14T04:42:27.126" v="192" actId="47"/>
        <pc:sldMkLst>
          <pc:docMk/>
          <pc:sldMk cId="2727450204" sldId="304"/>
        </pc:sldMkLst>
        <pc:spChg chg="add del">
          <ac:chgData name="Ash B" userId="c1ac39c97ed008d7" providerId="LiveId" clId="{30409DCD-BD50-4529-A5B6-4B962CD2BDC0}" dt="2026-06-14T04:41:54.010" v="183" actId="478"/>
          <ac:spMkLst>
            <pc:docMk/>
            <pc:sldMk cId="2727450204" sldId="304"/>
            <ac:spMk id="3" creationId="{9A267019-F9CA-0018-1E41-7CCF46A14023}"/>
          </ac:spMkLst>
        </pc:spChg>
        <pc:spChg chg="add del mod">
          <ac:chgData name="Ash B" userId="c1ac39c97ed008d7" providerId="LiveId" clId="{30409DCD-BD50-4529-A5B6-4B962CD2BDC0}" dt="2026-06-14T04:42:11.633" v="187" actId="478"/>
          <ac:spMkLst>
            <pc:docMk/>
            <pc:sldMk cId="2727450204" sldId="304"/>
            <ac:spMk id="5" creationId="{AC449167-E92B-AE1C-EDB7-E747B0522390}"/>
          </ac:spMkLst>
        </pc:spChg>
        <pc:spChg chg="add del mod">
          <ac:chgData name="Ash B" userId="c1ac39c97ed008d7" providerId="LiveId" clId="{30409DCD-BD50-4529-A5B6-4B962CD2BDC0}" dt="2026-06-14T04:42:18.775" v="190" actId="478"/>
          <ac:spMkLst>
            <pc:docMk/>
            <pc:sldMk cId="2727450204" sldId="304"/>
            <ac:spMk id="7" creationId="{7E37E333-84C2-E13B-0707-8F23049418EB}"/>
          </ac:spMkLst>
        </pc:spChg>
      </pc:sldChg>
      <pc:sldChg chg="addSp delSp modSp add mod">
        <pc:chgData name="Ash B" userId="c1ac39c97ed008d7" providerId="LiveId" clId="{30409DCD-BD50-4529-A5B6-4B962CD2BDC0}" dt="2026-06-14T11:29:58.723" v="699"/>
        <pc:sldMkLst>
          <pc:docMk/>
          <pc:sldMk cId="3547517561" sldId="305"/>
        </pc:sldMkLst>
        <pc:spChg chg="del mod">
          <ac:chgData name="Ash B" userId="c1ac39c97ed008d7" providerId="LiveId" clId="{30409DCD-BD50-4529-A5B6-4B962CD2BDC0}" dt="2026-06-14T04:43:25.042" v="194" actId="478"/>
          <ac:spMkLst>
            <pc:docMk/>
            <pc:sldMk cId="3547517561" sldId="305"/>
            <ac:spMk id="2" creationId="{A8898874-09A5-1414-5061-2A224AF026AD}"/>
          </ac:spMkLst>
        </pc:spChg>
        <pc:spChg chg="add mod">
          <ac:chgData name="Ash B" userId="c1ac39c97ed008d7" providerId="LiveId" clId="{30409DCD-BD50-4529-A5B6-4B962CD2BDC0}" dt="2026-06-14T04:51:48.653" v="289" actId="14100"/>
          <ac:spMkLst>
            <pc:docMk/>
            <pc:sldMk cId="3547517561" sldId="305"/>
            <ac:spMk id="3" creationId="{E3432C00-A8E0-BAA3-C144-C576D46778A2}"/>
          </ac:spMkLst>
        </pc:spChg>
        <pc:spChg chg="add mod">
          <ac:chgData name="Ash B" userId="c1ac39c97ed008d7" providerId="LiveId" clId="{30409DCD-BD50-4529-A5B6-4B962CD2BDC0}" dt="2026-06-14T04:51:51.447" v="290" actId="1076"/>
          <ac:spMkLst>
            <pc:docMk/>
            <pc:sldMk cId="3547517561" sldId="305"/>
            <ac:spMk id="4" creationId="{3F4497CC-6C3C-AEB3-A45E-34B27156B7C5}"/>
          </ac:spMkLst>
        </pc:spChg>
        <pc:spChg chg="add mod">
          <ac:chgData name="Ash B" userId="c1ac39c97ed008d7" providerId="LiveId" clId="{30409DCD-BD50-4529-A5B6-4B962CD2BDC0}" dt="2026-06-14T04:51:56.163" v="291" actId="1076"/>
          <ac:spMkLst>
            <pc:docMk/>
            <pc:sldMk cId="3547517561" sldId="305"/>
            <ac:spMk id="5" creationId="{A9CC4C51-F379-DA0B-C3B8-B2E853D425EE}"/>
          </ac:spMkLst>
        </pc:spChg>
        <pc:spChg chg="add mod">
          <ac:chgData name="Ash B" userId="c1ac39c97ed008d7" providerId="LiveId" clId="{30409DCD-BD50-4529-A5B6-4B962CD2BDC0}" dt="2026-06-14T04:50:38.438" v="277" actId="14100"/>
          <ac:spMkLst>
            <pc:docMk/>
            <pc:sldMk cId="3547517561" sldId="305"/>
            <ac:spMk id="6" creationId="{0F2346ED-2E9B-DEF4-3254-31813D754F31}"/>
          </ac:spMkLst>
        </pc:spChg>
        <pc:spChg chg="add mod">
          <ac:chgData name="Ash B" userId="c1ac39c97ed008d7" providerId="LiveId" clId="{30409DCD-BD50-4529-A5B6-4B962CD2BDC0}" dt="2026-06-14T04:50:21.933" v="274" actId="1076"/>
          <ac:spMkLst>
            <pc:docMk/>
            <pc:sldMk cId="3547517561" sldId="305"/>
            <ac:spMk id="7" creationId="{36669E27-735E-4BB3-C8A3-682436BF6EDB}"/>
          </ac:spMkLst>
        </pc:spChg>
        <pc:spChg chg="add mod">
          <ac:chgData name="Ash B" userId="c1ac39c97ed008d7" providerId="LiveId" clId="{30409DCD-BD50-4529-A5B6-4B962CD2BDC0}" dt="2026-06-14T04:51:33.400" v="286" actId="14100"/>
          <ac:spMkLst>
            <pc:docMk/>
            <pc:sldMk cId="3547517561" sldId="305"/>
            <ac:spMk id="8" creationId="{578F49A8-8A41-B601-D31D-7ABC8C152055}"/>
          </ac:spMkLst>
        </pc:spChg>
        <pc:spChg chg="add mod">
          <ac:chgData name="Ash B" userId="c1ac39c97ed008d7" providerId="LiveId" clId="{30409DCD-BD50-4529-A5B6-4B962CD2BDC0}" dt="2026-06-14T04:49:50.599" v="270" actId="1076"/>
          <ac:spMkLst>
            <pc:docMk/>
            <pc:sldMk cId="3547517561" sldId="305"/>
            <ac:spMk id="9" creationId="{24E0931A-AE02-E02B-2934-F1B4DA769762}"/>
          </ac:spMkLst>
        </pc:spChg>
        <pc:spChg chg="add mod">
          <ac:chgData name="Ash B" userId="c1ac39c97ed008d7" providerId="LiveId" clId="{30409DCD-BD50-4529-A5B6-4B962CD2BDC0}" dt="2026-06-14T04:49:50.599" v="270" actId="1076"/>
          <ac:spMkLst>
            <pc:docMk/>
            <pc:sldMk cId="3547517561" sldId="305"/>
            <ac:spMk id="10" creationId="{64631E7D-F998-F1CD-7D66-396DE3FB5400}"/>
          </ac:spMkLst>
        </pc:spChg>
        <pc:spChg chg="add mod">
          <ac:chgData name="Ash B" userId="c1ac39c97ed008d7" providerId="LiveId" clId="{30409DCD-BD50-4529-A5B6-4B962CD2BDC0}" dt="2026-06-14T04:51:25.723" v="285" actId="120"/>
          <ac:spMkLst>
            <pc:docMk/>
            <pc:sldMk cId="3547517561" sldId="305"/>
            <ac:spMk id="11" creationId="{822F7210-418A-5A64-D36B-D0240D55466A}"/>
          </ac:spMkLst>
        </pc:spChg>
        <pc:spChg chg="add mod">
          <ac:chgData name="Ash B" userId="c1ac39c97ed008d7" providerId="LiveId" clId="{30409DCD-BD50-4529-A5B6-4B962CD2BDC0}" dt="2026-06-14T04:50:55.501" v="280" actId="1076"/>
          <ac:spMkLst>
            <pc:docMk/>
            <pc:sldMk cId="3547517561" sldId="305"/>
            <ac:spMk id="12" creationId="{FE87A21C-09CF-52B3-E5BB-68FFCC037E8F}"/>
          </ac:spMkLst>
        </pc:spChg>
        <pc:spChg chg="add mod">
          <ac:chgData name="Ash B" userId="c1ac39c97ed008d7" providerId="LiveId" clId="{30409DCD-BD50-4529-A5B6-4B962CD2BDC0}" dt="2026-06-14T04:50:35.690" v="276" actId="1076"/>
          <ac:spMkLst>
            <pc:docMk/>
            <pc:sldMk cId="3547517561" sldId="305"/>
            <ac:spMk id="13" creationId="{4F318FFB-A658-3D07-28DB-B1D080DF6FB6}"/>
          </ac:spMkLst>
        </pc:spChg>
        <pc:spChg chg="add mod">
          <ac:chgData name="Ash B" userId="c1ac39c97ed008d7" providerId="LiveId" clId="{30409DCD-BD50-4529-A5B6-4B962CD2BDC0}" dt="2026-06-14T04:51:40.115" v="287" actId="14100"/>
          <ac:spMkLst>
            <pc:docMk/>
            <pc:sldMk cId="3547517561" sldId="305"/>
            <ac:spMk id="14" creationId="{20D1401B-CBE2-CC36-3FC2-AC3D45E5E3B8}"/>
          </ac:spMkLst>
        </pc:spChg>
        <pc:spChg chg="add mod">
          <ac:chgData name="Ash B" userId="c1ac39c97ed008d7" providerId="LiveId" clId="{30409DCD-BD50-4529-A5B6-4B962CD2BDC0}" dt="2026-06-14T04:50:04.154" v="272" actId="14100"/>
          <ac:spMkLst>
            <pc:docMk/>
            <pc:sldMk cId="3547517561" sldId="305"/>
            <ac:spMk id="15" creationId="{67CE379D-5549-19F0-2D5C-379A529FCE33}"/>
          </ac:spMkLst>
        </pc:spChg>
        <pc:spChg chg="add mod">
          <ac:chgData name="Ash B" userId="c1ac39c97ed008d7" providerId="LiveId" clId="{30409DCD-BD50-4529-A5B6-4B962CD2BDC0}" dt="2026-06-14T04:50:00.406" v="271" actId="1076"/>
          <ac:spMkLst>
            <pc:docMk/>
            <pc:sldMk cId="3547517561" sldId="305"/>
            <ac:spMk id="16" creationId="{CA0D43FA-25E8-3247-0CFC-10FDE4873418}"/>
          </ac:spMkLst>
        </pc:spChg>
        <pc:spChg chg="add mod">
          <ac:chgData name="Ash B" userId="c1ac39c97ed008d7" providerId="LiveId" clId="{30409DCD-BD50-4529-A5B6-4B962CD2BDC0}" dt="2026-06-14T04:51:44.773" v="288" actId="14100"/>
          <ac:spMkLst>
            <pc:docMk/>
            <pc:sldMk cId="3547517561" sldId="305"/>
            <ac:spMk id="17" creationId="{9220E7AE-584E-41E4-554E-F844AB34475A}"/>
          </ac:spMkLst>
        </pc:spChg>
        <pc:spChg chg="add mod">
          <ac:chgData name="Ash B" userId="c1ac39c97ed008d7" providerId="LiveId" clId="{30409DCD-BD50-4529-A5B6-4B962CD2BDC0}" dt="2026-06-14T04:49:18.052" v="265" actId="1076"/>
          <ac:spMkLst>
            <pc:docMk/>
            <pc:sldMk cId="3547517561" sldId="305"/>
            <ac:spMk id="18" creationId="{57384871-57D6-FDA7-9B81-57C53A06A647}"/>
          </ac:spMkLst>
        </pc:spChg>
        <pc:spChg chg="add mod">
          <ac:chgData name="Ash B" userId="c1ac39c97ed008d7" providerId="LiveId" clId="{30409DCD-BD50-4529-A5B6-4B962CD2BDC0}" dt="2026-06-14T04:49:42.312" v="269" actId="403"/>
          <ac:spMkLst>
            <pc:docMk/>
            <pc:sldMk cId="3547517561" sldId="305"/>
            <ac:spMk id="19" creationId="{F2DB2BA5-3CF1-D2EB-B868-648703C8B1C1}"/>
          </ac:spMkLst>
        </pc:spChg>
        <pc:spChg chg="add mod">
          <ac:chgData name="Ash B" userId="c1ac39c97ed008d7" providerId="LiveId" clId="{30409DCD-BD50-4529-A5B6-4B962CD2BDC0}" dt="2026-06-14T04:48:53.649" v="259" actId="1076"/>
          <ac:spMkLst>
            <pc:docMk/>
            <pc:sldMk cId="3547517561" sldId="305"/>
            <ac:spMk id="20" creationId="{8F1BA835-2EA2-7D45-CCD1-7705597E6917}"/>
          </ac:spMkLst>
        </pc:spChg>
        <pc:spChg chg="add mod">
          <ac:chgData name="Ash B" userId="c1ac39c97ed008d7" providerId="LiveId" clId="{30409DCD-BD50-4529-A5B6-4B962CD2BDC0}" dt="2026-06-14T04:49:10.066" v="264" actId="207"/>
          <ac:spMkLst>
            <pc:docMk/>
            <pc:sldMk cId="3547517561" sldId="305"/>
            <ac:spMk id="21" creationId="{150164A3-A6C6-998C-94D6-D9866ED13D5B}"/>
          </ac:spMkLst>
        </pc:spChg>
        <pc:spChg chg="add mod">
          <ac:chgData name="Ash B" userId="c1ac39c97ed008d7" providerId="LiveId" clId="{30409DCD-BD50-4529-A5B6-4B962CD2BDC0}" dt="2026-06-14T06:08:59.688" v="654" actId="20577"/>
          <ac:spMkLst>
            <pc:docMk/>
            <pc:sldMk cId="3547517561" sldId="305"/>
            <ac:spMk id="22" creationId="{127E7157-4C2F-A5BD-56E4-6C6B1B7EDB1A}"/>
          </ac:spMkLst>
        </pc:spChg>
        <pc:spChg chg="add mod">
          <ac:chgData name="Ash B" userId="c1ac39c97ed008d7" providerId="LiveId" clId="{30409DCD-BD50-4529-A5B6-4B962CD2BDC0}" dt="2026-06-14T04:48:31.166" v="255" actId="1076"/>
          <ac:spMkLst>
            <pc:docMk/>
            <pc:sldMk cId="3547517561" sldId="305"/>
            <ac:spMk id="23" creationId="{5361B3B5-9679-68AD-0135-09397A2E8610}"/>
          </ac:spMkLst>
        </pc:spChg>
        <pc:spChg chg="add mod">
          <ac:chgData name="Ash B" userId="c1ac39c97ed008d7" providerId="LiveId" clId="{30409DCD-BD50-4529-A5B6-4B962CD2BDC0}" dt="2026-06-14T04:48:36.401" v="256" actId="1076"/>
          <ac:spMkLst>
            <pc:docMk/>
            <pc:sldMk cId="3547517561" sldId="305"/>
            <ac:spMk id="24" creationId="{6C4B7095-DB05-4868-EBDB-8EED41A2AA64}"/>
          </ac:spMkLst>
        </pc:spChg>
        <pc:spChg chg="del mod">
          <ac:chgData name="Ash B" userId="c1ac39c97ed008d7" providerId="LiveId" clId="{30409DCD-BD50-4529-A5B6-4B962CD2BDC0}" dt="2026-06-14T04:46:36.462" v="219" actId="478"/>
          <ac:spMkLst>
            <pc:docMk/>
            <pc:sldMk cId="3547517561" sldId="305"/>
            <ac:spMk id="191" creationId="{00000000-0000-0000-0000-000000000000}"/>
          </ac:spMkLst>
        </pc:spChg>
        <pc:spChg chg="del">
          <ac:chgData name="Ash B" userId="c1ac39c97ed008d7" providerId="LiveId" clId="{30409DCD-BD50-4529-A5B6-4B962CD2BDC0}" dt="2026-06-14T04:46:43.811" v="220" actId="478"/>
          <ac:spMkLst>
            <pc:docMk/>
            <pc:sldMk cId="3547517561" sldId="305"/>
            <ac:spMk id="192" creationId="{00000000-0000-0000-0000-000000000000}"/>
          </ac:spMkLst>
        </pc:spChg>
        <pc:spChg chg="del">
          <ac:chgData name="Ash B" userId="c1ac39c97ed008d7" providerId="LiveId" clId="{30409DCD-BD50-4529-A5B6-4B962CD2BDC0}" dt="2026-06-14T04:46:45.319" v="221" actId="478"/>
          <ac:spMkLst>
            <pc:docMk/>
            <pc:sldMk cId="3547517561" sldId="305"/>
            <ac:spMk id="193" creationId="{00000000-0000-0000-0000-000000000000}"/>
          </ac:spMkLst>
        </pc:spChg>
        <pc:spChg chg="del">
          <ac:chgData name="Ash B" userId="c1ac39c97ed008d7" providerId="LiveId" clId="{30409DCD-BD50-4529-A5B6-4B962CD2BDC0}" dt="2026-06-14T04:46:46.337" v="222" actId="478"/>
          <ac:spMkLst>
            <pc:docMk/>
            <pc:sldMk cId="3547517561" sldId="305"/>
            <ac:spMk id="194" creationId="{00000000-0000-0000-0000-000000000000}"/>
          </ac:spMkLst>
        </pc:spChg>
        <pc:spChg chg="del">
          <ac:chgData name="Ash B" userId="c1ac39c97ed008d7" providerId="LiveId" clId="{30409DCD-BD50-4529-A5B6-4B962CD2BDC0}" dt="2026-06-14T04:46:47.954" v="223" actId="478"/>
          <ac:spMkLst>
            <pc:docMk/>
            <pc:sldMk cId="3547517561" sldId="305"/>
            <ac:spMk id="195" creationId="{00000000-0000-0000-0000-000000000000}"/>
          </ac:spMkLst>
        </pc:spChg>
        <pc:spChg chg="mod">
          <ac:chgData name="Ash B" userId="c1ac39c97ed008d7" providerId="LiveId" clId="{30409DCD-BD50-4529-A5B6-4B962CD2BDC0}" dt="2026-06-14T04:46:54.298" v="224" actId="6549"/>
          <ac:spMkLst>
            <pc:docMk/>
            <pc:sldMk cId="3547517561" sldId="305"/>
            <ac:spMk id="196" creationId="{00000000-0000-0000-0000-000000000000}"/>
          </ac:spMkLst>
        </pc:spChg>
        <pc:spChg chg="del">
          <ac:chgData name="Ash B" userId="c1ac39c97ed008d7" providerId="LiveId" clId="{30409DCD-BD50-4529-A5B6-4B962CD2BDC0}" dt="2026-06-14T04:46:56.106" v="225" actId="478"/>
          <ac:spMkLst>
            <pc:docMk/>
            <pc:sldMk cId="3547517561" sldId="305"/>
            <ac:spMk id="197" creationId="{00000000-0000-0000-0000-000000000000}"/>
          </ac:spMkLst>
        </pc:spChg>
        <pc:spChg chg="del">
          <ac:chgData name="Ash B" userId="c1ac39c97ed008d7" providerId="LiveId" clId="{30409DCD-BD50-4529-A5B6-4B962CD2BDC0}" dt="2026-06-14T04:46:56.972" v="226" actId="478"/>
          <ac:spMkLst>
            <pc:docMk/>
            <pc:sldMk cId="3547517561" sldId="305"/>
            <ac:spMk id="198" creationId="{00000000-0000-0000-0000-000000000000}"/>
          </ac:spMkLst>
        </pc:spChg>
        <pc:spChg chg="del mod">
          <ac:chgData name="Ash B" userId="c1ac39c97ed008d7" providerId="LiveId" clId="{30409DCD-BD50-4529-A5B6-4B962CD2BDC0}" dt="2026-06-14T04:47:02.007" v="228" actId="478"/>
          <ac:spMkLst>
            <pc:docMk/>
            <pc:sldMk cId="3547517561" sldId="305"/>
            <ac:spMk id="199" creationId="{00000000-0000-0000-0000-000000000000}"/>
          </ac:spMkLst>
        </pc:spChg>
        <pc:spChg chg="del">
          <ac:chgData name="Ash B" userId="c1ac39c97ed008d7" providerId="LiveId" clId="{30409DCD-BD50-4529-A5B6-4B962CD2BDC0}" dt="2026-06-14T04:47:27.267" v="244" actId="478"/>
          <ac:spMkLst>
            <pc:docMk/>
            <pc:sldMk cId="3547517561" sldId="305"/>
            <ac:spMk id="200" creationId="{00000000-0000-0000-0000-000000000000}"/>
          </ac:spMkLst>
        </pc:spChg>
        <pc:spChg chg="del">
          <ac:chgData name="Ash B" userId="c1ac39c97ed008d7" providerId="LiveId" clId="{30409DCD-BD50-4529-A5B6-4B962CD2BDC0}" dt="2026-06-14T04:47:25.342" v="243" actId="478"/>
          <ac:spMkLst>
            <pc:docMk/>
            <pc:sldMk cId="3547517561" sldId="305"/>
            <ac:spMk id="201" creationId="{00000000-0000-0000-0000-000000000000}"/>
          </ac:spMkLst>
        </pc:spChg>
        <pc:spChg chg="del">
          <ac:chgData name="Ash B" userId="c1ac39c97ed008d7" providerId="LiveId" clId="{30409DCD-BD50-4529-A5B6-4B962CD2BDC0}" dt="2026-06-14T04:47:24.626" v="242" actId="478"/>
          <ac:spMkLst>
            <pc:docMk/>
            <pc:sldMk cId="3547517561" sldId="305"/>
            <ac:spMk id="202" creationId="{00000000-0000-0000-0000-000000000000}"/>
          </ac:spMkLst>
        </pc:spChg>
        <pc:spChg chg="del">
          <ac:chgData name="Ash B" userId="c1ac39c97ed008d7" providerId="LiveId" clId="{30409DCD-BD50-4529-A5B6-4B962CD2BDC0}" dt="2026-06-14T04:47:03.706" v="229" actId="478"/>
          <ac:spMkLst>
            <pc:docMk/>
            <pc:sldMk cId="3547517561" sldId="305"/>
            <ac:spMk id="203" creationId="{00000000-0000-0000-0000-000000000000}"/>
          </ac:spMkLst>
        </pc:spChg>
        <pc:spChg chg="del">
          <ac:chgData name="Ash B" userId="c1ac39c97ed008d7" providerId="LiveId" clId="{30409DCD-BD50-4529-A5B6-4B962CD2BDC0}" dt="2026-06-14T04:47:21.706" v="239" actId="478"/>
          <ac:spMkLst>
            <pc:docMk/>
            <pc:sldMk cId="3547517561" sldId="305"/>
            <ac:spMk id="204" creationId="{00000000-0000-0000-0000-000000000000}"/>
          </ac:spMkLst>
        </pc:spChg>
        <pc:spChg chg="del">
          <ac:chgData name="Ash B" userId="c1ac39c97ed008d7" providerId="LiveId" clId="{30409DCD-BD50-4529-A5B6-4B962CD2BDC0}" dt="2026-06-14T04:47:23.471" v="241" actId="478"/>
          <ac:spMkLst>
            <pc:docMk/>
            <pc:sldMk cId="3547517561" sldId="305"/>
            <ac:spMk id="205" creationId="{00000000-0000-0000-0000-000000000000}"/>
          </ac:spMkLst>
        </pc:spChg>
        <pc:spChg chg="del">
          <ac:chgData name="Ash B" userId="c1ac39c97ed008d7" providerId="LiveId" clId="{30409DCD-BD50-4529-A5B6-4B962CD2BDC0}" dt="2026-06-14T04:47:22.741" v="240" actId="478"/>
          <ac:spMkLst>
            <pc:docMk/>
            <pc:sldMk cId="3547517561" sldId="305"/>
            <ac:spMk id="206" creationId="{00000000-0000-0000-0000-000000000000}"/>
          </ac:spMkLst>
        </pc:spChg>
        <pc:spChg chg="del">
          <ac:chgData name="Ash B" userId="c1ac39c97ed008d7" providerId="LiveId" clId="{30409DCD-BD50-4529-A5B6-4B962CD2BDC0}" dt="2026-06-14T04:47:06.963" v="230" actId="478"/>
          <ac:spMkLst>
            <pc:docMk/>
            <pc:sldMk cId="3547517561" sldId="305"/>
            <ac:spMk id="207" creationId="{00000000-0000-0000-0000-000000000000}"/>
          </ac:spMkLst>
        </pc:spChg>
        <pc:spChg chg="del">
          <ac:chgData name="Ash B" userId="c1ac39c97ed008d7" providerId="LiveId" clId="{30409DCD-BD50-4529-A5B6-4B962CD2BDC0}" dt="2026-06-14T04:47:19.849" v="238" actId="478"/>
          <ac:spMkLst>
            <pc:docMk/>
            <pc:sldMk cId="3547517561" sldId="305"/>
            <ac:spMk id="208" creationId="{00000000-0000-0000-0000-000000000000}"/>
          </ac:spMkLst>
        </pc:spChg>
        <pc:spChg chg="del">
          <ac:chgData name="Ash B" userId="c1ac39c97ed008d7" providerId="LiveId" clId="{30409DCD-BD50-4529-A5B6-4B962CD2BDC0}" dt="2026-06-14T04:47:18.231" v="237" actId="478"/>
          <ac:spMkLst>
            <pc:docMk/>
            <pc:sldMk cId="3547517561" sldId="305"/>
            <ac:spMk id="209" creationId="{00000000-0000-0000-0000-000000000000}"/>
          </ac:spMkLst>
        </pc:spChg>
        <pc:spChg chg="del">
          <ac:chgData name="Ash B" userId="c1ac39c97ed008d7" providerId="LiveId" clId="{30409DCD-BD50-4529-A5B6-4B962CD2BDC0}" dt="2026-06-14T04:47:17.371" v="236" actId="478"/>
          <ac:spMkLst>
            <pc:docMk/>
            <pc:sldMk cId="3547517561" sldId="305"/>
            <ac:spMk id="210" creationId="{00000000-0000-0000-0000-000000000000}"/>
          </ac:spMkLst>
        </pc:spChg>
        <pc:spChg chg="del">
          <ac:chgData name="Ash B" userId="c1ac39c97ed008d7" providerId="LiveId" clId="{30409DCD-BD50-4529-A5B6-4B962CD2BDC0}" dt="2026-06-14T04:47:08.843" v="231" actId="478"/>
          <ac:spMkLst>
            <pc:docMk/>
            <pc:sldMk cId="3547517561" sldId="305"/>
            <ac:spMk id="211" creationId="{00000000-0000-0000-0000-000000000000}"/>
          </ac:spMkLst>
        </pc:spChg>
        <pc:spChg chg="del">
          <ac:chgData name="Ash B" userId="c1ac39c97ed008d7" providerId="LiveId" clId="{30409DCD-BD50-4529-A5B6-4B962CD2BDC0}" dt="2026-06-14T04:47:15.138" v="234" actId="478"/>
          <ac:spMkLst>
            <pc:docMk/>
            <pc:sldMk cId="3547517561" sldId="305"/>
            <ac:spMk id="212" creationId="{00000000-0000-0000-0000-000000000000}"/>
          </ac:spMkLst>
        </pc:spChg>
        <pc:spChg chg="del">
          <ac:chgData name="Ash B" userId="c1ac39c97ed008d7" providerId="LiveId" clId="{30409DCD-BD50-4529-A5B6-4B962CD2BDC0}" dt="2026-06-14T04:47:16.036" v="235" actId="478"/>
          <ac:spMkLst>
            <pc:docMk/>
            <pc:sldMk cId="3547517561" sldId="305"/>
            <ac:spMk id="213" creationId="{00000000-0000-0000-0000-000000000000}"/>
          </ac:spMkLst>
        </pc:spChg>
        <pc:spChg chg="del">
          <ac:chgData name="Ash B" userId="c1ac39c97ed008d7" providerId="LiveId" clId="{30409DCD-BD50-4529-A5B6-4B962CD2BDC0}" dt="2026-06-14T04:47:12.171" v="233" actId="478"/>
          <ac:spMkLst>
            <pc:docMk/>
            <pc:sldMk cId="3547517561" sldId="305"/>
            <ac:spMk id="214" creationId="{00000000-0000-0000-0000-000000000000}"/>
          </ac:spMkLst>
        </pc:spChg>
        <pc:spChg chg="del">
          <ac:chgData name="Ash B" userId="c1ac39c97ed008d7" providerId="LiveId" clId="{30409DCD-BD50-4529-A5B6-4B962CD2BDC0}" dt="2026-06-14T04:47:10.951" v="232" actId="478"/>
          <ac:spMkLst>
            <pc:docMk/>
            <pc:sldMk cId="3547517561" sldId="305"/>
            <ac:spMk id="215" creationId="{00000000-0000-0000-0000-000000000000}"/>
          </ac:spMkLst>
        </pc:spChg>
        <pc:graphicFrameChg chg="add mod">
          <ac:chgData name="Ash B" userId="c1ac39c97ed008d7" providerId="LiveId" clId="{30409DCD-BD50-4529-A5B6-4B962CD2BDC0}" dt="2026-06-14T11:29:58.723" v="699"/>
          <ac:graphicFrameMkLst>
            <pc:docMk/>
            <pc:sldMk cId="3547517561" sldId="305"/>
            <ac:graphicFrameMk id="25" creationId="{F20194E8-05F7-298C-D158-A3B26A31A9C1}"/>
          </ac:graphicFrameMkLst>
        </pc:graphicFrameChg>
      </pc:sldChg>
      <pc:sldChg chg="addSp delSp modSp add mod">
        <pc:chgData name="Ash B" userId="c1ac39c97ed008d7" providerId="LiveId" clId="{30409DCD-BD50-4529-A5B6-4B962CD2BDC0}" dt="2026-06-14T12:10:05.792" v="889" actId="478"/>
        <pc:sldMkLst>
          <pc:docMk/>
          <pc:sldMk cId="198293963" sldId="306"/>
        </pc:sldMkLst>
        <pc:spChg chg="add mod">
          <ac:chgData name="Ash B" userId="c1ac39c97ed008d7" providerId="LiveId" clId="{30409DCD-BD50-4529-A5B6-4B962CD2BDC0}" dt="2026-06-14T05:32:20.340" v="378"/>
          <ac:spMkLst>
            <pc:docMk/>
            <pc:sldMk cId="198293963" sldId="306"/>
            <ac:spMk id="2" creationId="{54BD1832-BA32-20CE-4974-D3967D1300FA}"/>
          </ac:spMkLst>
        </pc:spChg>
        <pc:spChg chg="add mod">
          <ac:chgData name="Ash B" userId="c1ac39c97ed008d7" providerId="LiveId" clId="{30409DCD-BD50-4529-A5B6-4B962CD2BDC0}" dt="2026-06-14T05:53:44.105" v="611" actId="14100"/>
          <ac:spMkLst>
            <pc:docMk/>
            <pc:sldMk cId="198293963" sldId="306"/>
            <ac:spMk id="3" creationId="{AB19DA34-5E74-BE50-8C54-89B22A753311}"/>
          </ac:spMkLst>
        </pc:spChg>
        <pc:spChg chg="add mod">
          <ac:chgData name="Ash B" userId="c1ac39c97ed008d7" providerId="LiveId" clId="{30409DCD-BD50-4529-A5B6-4B962CD2BDC0}" dt="2026-06-14T05:53:48.889" v="612" actId="14100"/>
          <ac:spMkLst>
            <pc:docMk/>
            <pc:sldMk cId="198293963" sldId="306"/>
            <ac:spMk id="4" creationId="{6876D8C2-B2A4-EFBF-2AC1-7F8A5DD212C4}"/>
          </ac:spMkLst>
        </pc:spChg>
        <pc:spChg chg="add mod">
          <ac:chgData name="Ash B" userId="c1ac39c97ed008d7" providerId="LiveId" clId="{30409DCD-BD50-4529-A5B6-4B962CD2BDC0}" dt="2026-06-14T05:55:43.619" v="613" actId="14100"/>
          <ac:spMkLst>
            <pc:docMk/>
            <pc:sldMk cId="198293963" sldId="306"/>
            <ac:spMk id="5" creationId="{8AF44D79-6150-CFD3-792E-DDBEE0CC4A61}"/>
          </ac:spMkLst>
        </pc:spChg>
        <pc:spChg chg="add del mod">
          <ac:chgData name="Ash B" userId="c1ac39c97ed008d7" providerId="LiveId" clId="{30409DCD-BD50-4529-A5B6-4B962CD2BDC0}" dt="2026-06-14T05:34:00.912" v="391" actId="478"/>
          <ac:spMkLst>
            <pc:docMk/>
            <pc:sldMk cId="198293963" sldId="306"/>
            <ac:spMk id="6" creationId="{282F6838-814C-6829-422C-3AA7FD644C8C}"/>
          </ac:spMkLst>
        </pc:spChg>
        <pc:spChg chg="add mod">
          <ac:chgData name="Ash B" userId="c1ac39c97ed008d7" providerId="LiveId" clId="{30409DCD-BD50-4529-A5B6-4B962CD2BDC0}" dt="2026-06-14T05:53:41.171" v="610" actId="1076"/>
          <ac:spMkLst>
            <pc:docMk/>
            <pc:sldMk cId="198293963" sldId="306"/>
            <ac:spMk id="7" creationId="{74E2E3D9-BFEA-B8DD-0C9A-FBA3434B0404}"/>
          </ac:spMkLst>
        </pc:spChg>
        <pc:spChg chg="add del mod">
          <ac:chgData name="Ash B" userId="c1ac39c97ed008d7" providerId="LiveId" clId="{30409DCD-BD50-4529-A5B6-4B962CD2BDC0}" dt="2026-06-14T05:34:12.735" v="393" actId="478"/>
          <ac:spMkLst>
            <pc:docMk/>
            <pc:sldMk cId="198293963" sldId="306"/>
            <ac:spMk id="8" creationId="{A2059CC5-C685-471D-28E9-F4A3D63C46A0}"/>
          </ac:spMkLst>
        </pc:spChg>
        <pc:spChg chg="add mod">
          <ac:chgData name="Ash B" userId="c1ac39c97ed008d7" providerId="LiveId" clId="{30409DCD-BD50-4529-A5B6-4B962CD2BDC0}" dt="2026-06-14T05:50:35.554" v="573" actId="14100"/>
          <ac:spMkLst>
            <pc:docMk/>
            <pc:sldMk cId="198293963" sldId="306"/>
            <ac:spMk id="9" creationId="{8D923132-0D5A-C682-93DB-C3473E60637C}"/>
          </ac:spMkLst>
        </pc:spChg>
        <pc:spChg chg="add mod">
          <ac:chgData name="Ash B" userId="c1ac39c97ed008d7" providerId="LiveId" clId="{30409DCD-BD50-4529-A5B6-4B962CD2BDC0}" dt="2026-06-14T05:50:32.498" v="572" actId="14100"/>
          <ac:spMkLst>
            <pc:docMk/>
            <pc:sldMk cId="198293963" sldId="306"/>
            <ac:spMk id="11" creationId="{C17DDF3D-3457-A538-5618-510ECA9B1DCA}"/>
          </ac:spMkLst>
        </pc:spChg>
        <pc:spChg chg="add mod">
          <ac:chgData name="Ash B" userId="c1ac39c97ed008d7" providerId="LiveId" clId="{30409DCD-BD50-4529-A5B6-4B962CD2BDC0}" dt="2026-06-14T05:37:39.639" v="436" actId="403"/>
          <ac:spMkLst>
            <pc:docMk/>
            <pc:sldMk cId="198293963" sldId="306"/>
            <ac:spMk id="12" creationId="{3F0337F7-8B09-6F16-A4E8-43415E38AEBB}"/>
          </ac:spMkLst>
        </pc:spChg>
        <pc:spChg chg="add mod">
          <ac:chgData name="Ash B" userId="c1ac39c97ed008d7" providerId="LiveId" clId="{30409DCD-BD50-4529-A5B6-4B962CD2BDC0}" dt="2026-06-14T05:37:42.418" v="437" actId="403"/>
          <ac:spMkLst>
            <pc:docMk/>
            <pc:sldMk cId="198293963" sldId="306"/>
            <ac:spMk id="13" creationId="{5A4AA422-E80C-8841-ADE7-279859CCEB96}"/>
          </ac:spMkLst>
        </pc:spChg>
        <pc:spChg chg="add mod">
          <ac:chgData name="Ash B" userId="c1ac39c97ed008d7" providerId="LiveId" clId="{30409DCD-BD50-4529-A5B6-4B962CD2BDC0}" dt="2026-06-14T05:50:28.387" v="571" actId="14100"/>
          <ac:spMkLst>
            <pc:docMk/>
            <pc:sldMk cId="198293963" sldId="306"/>
            <ac:spMk id="14" creationId="{293B66BB-E7E5-4F06-DA66-3453A8F147AB}"/>
          </ac:spMkLst>
        </pc:spChg>
        <pc:spChg chg="add mod">
          <ac:chgData name="Ash B" userId="c1ac39c97ed008d7" providerId="LiveId" clId="{30409DCD-BD50-4529-A5B6-4B962CD2BDC0}" dt="2026-06-14T05:50:45.487" v="577" actId="404"/>
          <ac:spMkLst>
            <pc:docMk/>
            <pc:sldMk cId="198293963" sldId="306"/>
            <ac:spMk id="15" creationId="{CB343936-7B99-2AC4-D6F7-69E10CD78B04}"/>
          </ac:spMkLst>
        </pc:spChg>
        <pc:spChg chg="add mod">
          <ac:chgData name="Ash B" userId="c1ac39c97ed008d7" providerId="LiveId" clId="{30409DCD-BD50-4529-A5B6-4B962CD2BDC0}" dt="2026-06-14T05:51:14.651" v="583" actId="14100"/>
          <ac:spMkLst>
            <pc:docMk/>
            <pc:sldMk cId="198293963" sldId="306"/>
            <ac:spMk id="16" creationId="{99DA2738-6A73-66A9-AA05-6B3CA42CAF9D}"/>
          </ac:spMkLst>
        </pc:spChg>
        <pc:spChg chg="add mod">
          <ac:chgData name="Ash B" userId="c1ac39c97ed008d7" providerId="LiveId" clId="{30409DCD-BD50-4529-A5B6-4B962CD2BDC0}" dt="2026-06-14T05:51:26.332" v="585" actId="403"/>
          <ac:spMkLst>
            <pc:docMk/>
            <pc:sldMk cId="198293963" sldId="306"/>
            <ac:spMk id="17" creationId="{594F2154-5855-B3BA-2DF0-D0A012B70A0E}"/>
          </ac:spMkLst>
        </pc:spChg>
        <pc:spChg chg="add del mod">
          <ac:chgData name="Ash B" userId="c1ac39c97ed008d7" providerId="LiveId" clId="{30409DCD-BD50-4529-A5B6-4B962CD2BDC0}" dt="2026-06-14T05:36:28.635" v="421" actId="478"/>
          <ac:spMkLst>
            <pc:docMk/>
            <pc:sldMk cId="198293963" sldId="306"/>
            <ac:spMk id="18" creationId="{DC6B2B61-A89C-0D5D-43FA-D4FF775524D1}"/>
          </ac:spMkLst>
        </pc:spChg>
        <pc:spChg chg="add mod">
          <ac:chgData name="Ash B" userId="c1ac39c97ed008d7" providerId="LiveId" clId="{30409DCD-BD50-4529-A5B6-4B962CD2BDC0}" dt="2026-06-14T05:51:11.091" v="582" actId="1076"/>
          <ac:spMkLst>
            <pc:docMk/>
            <pc:sldMk cId="198293963" sldId="306"/>
            <ac:spMk id="19" creationId="{DB382FF9-9C4B-31F2-37D8-4A97A6600AAD}"/>
          </ac:spMkLst>
        </pc:spChg>
        <pc:spChg chg="add mod">
          <ac:chgData name="Ash B" userId="c1ac39c97ed008d7" providerId="LiveId" clId="{30409DCD-BD50-4529-A5B6-4B962CD2BDC0}" dt="2026-06-14T05:49:13.658" v="554" actId="1076"/>
          <ac:spMkLst>
            <pc:docMk/>
            <pc:sldMk cId="198293963" sldId="306"/>
            <ac:spMk id="22" creationId="{EEC82952-A3CE-91C4-E698-7B1CA5D76874}"/>
          </ac:spMkLst>
        </pc:spChg>
        <pc:spChg chg="add mod">
          <ac:chgData name="Ash B" userId="c1ac39c97ed008d7" providerId="LiveId" clId="{30409DCD-BD50-4529-A5B6-4B962CD2BDC0}" dt="2026-06-14T05:49:18.154" v="555" actId="1076"/>
          <ac:spMkLst>
            <pc:docMk/>
            <pc:sldMk cId="198293963" sldId="306"/>
            <ac:spMk id="23" creationId="{E62DD9D4-134F-9F0C-22A3-F725247A7787}"/>
          </ac:spMkLst>
        </pc:spChg>
        <pc:spChg chg="add mod">
          <ac:chgData name="Ash B" userId="c1ac39c97ed008d7" providerId="LiveId" clId="{30409DCD-BD50-4529-A5B6-4B962CD2BDC0}" dt="2026-06-14T05:53:07.061" v="606" actId="14100"/>
          <ac:spMkLst>
            <pc:docMk/>
            <pc:sldMk cId="198293963" sldId="306"/>
            <ac:spMk id="24" creationId="{9C6F2F8B-170D-F6C8-C277-1ABC8984425A}"/>
          </ac:spMkLst>
        </pc:spChg>
        <pc:spChg chg="add mod">
          <ac:chgData name="Ash B" userId="c1ac39c97ed008d7" providerId="LiveId" clId="{30409DCD-BD50-4529-A5B6-4B962CD2BDC0}" dt="2026-06-14T05:50:53.776" v="579" actId="123"/>
          <ac:spMkLst>
            <pc:docMk/>
            <pc:sldMk cId="198293963" sldId="306"/>
            <ac:spMk id="25" creationId="{0B6B024D-B177-4751-E5C5-EA8A72F8D9D3}"/>
          </ac:spMkLst>
        </pc:spChg>
        <pc:spChg chg="add mod">
          <ac:chgData name="Ash B" userId="c1ac39c97ed008d7" providerId="LiveId" clId="{30409DCD-BD50-4529-A5B6-4B962CD2BDC0}" dt="2026-06-14T05:52:55.879" v="604" actId="14100"/>
          <ac:spMkLst>
            <pc:docMk/>
            <pc:sldMk cId="198293963" sldId="306"/>
            <ac:spMk id="26" creationId="{89220118-000E-1131-C83A-BD026C190301}"/>
          </ac:spMkLst>
        </pc:spChg>
        <pc:spChg chg="add mod">
          <ac:chgData name="Ash B" userId="c1ac39c97ed008d7" providerId="LiveId" clId="{30409DCD-BD50-4529-A5B6-4B962CD2BDC0}" dt="2026-06-14T05:51:33.042" v="586" actId="403"/>
          <ac:spMkLst>
            <pc:docMk/>
            <pc:sldMk cId="198293963" sldId="306"/>
            <ac:spMk id="27" creationId="{51078003-B869-4D21-C145-D2F68AD1DE33}"/>
          </ac:spMkLst>
        </pc:spChg>
        <pc:spChg chg="add del mod">
          <ac:chgData name="Ash B" userId="c1ac39c97ed008d7" providerId="LiveId" clId="{30409DCD-BD50-4529-A5B6-4B962CD2BDC0}" dt="2026-06-14T05:47:24.323" v="533" actId="478"/>
          <ac:spMkLst>
            <pc:docMk/>
            <pc:sldMk cId="198293963" sldId="306"/>
            <ac:spMk id="28" creationId="{94E49558-DF4B-B3EB-FF7C-F4390985101A}"/>
          </ac:spMkLst>
        </pc:spChg>
        <pc:spChg chg="add mod">
          <ac:chgData name="Ash B" userId="c1ac39c97ed008d7" providerId="LiveId" clId="{30409DCD-BD50-4529-A5B6-4B962CD2BDC0}" dt="2026-06-14T05:51:50.782" v="591" actId="403"/>
          <ac:spMkLst>
            <pc:docMk/>
            <pc:sldMk cId="198293963" sldId="306"/>
            <ac:spMk id="29" creationId="{B295CD9A-BF91-D783-2BF7-2729C6710941}"/>
          </ac:spMkLst>
        </pc:spChg>
        <pc:spChg chg="add del mod">
          <ac:chgData name="Ash B" userId="c1ac39c97ed008d7" providerId="LiveId" clId="{30409DCD-BD50-4529-A5B6-4B962CD2BDC0}" dt="2026-06-14T05:47:25.232" v="534" actId="478"/>
          <ac:spMkLst>
            <pc:docMk/>
            <pc:sldMk cId="198293963" sldId="306"/>
            <ac:spMk id="30" creationId="{07F20E81-54D7-19F2-E0AC-732A1B60F267}"/>
          </ac:spMkLst>
        </pc:spChg>
        <pc:spChg chg="add del mod">
          <ac:chgData name="Ash B" userId="c1ac39c97ed008d7" providerId="LiveId" clId="{30409DCD-BD50-4529-A5B6-4B962CD2BDC0}" dt="2026-06-14T05:44:56.980" v="519" actId="478"/>
          <ac:spMkLst>
            <pc:docMk/>
            <pc:sldMk cId="198293963" sldId="306"/>
            <ac:spMk id="31" creationId="{54CFC51B-8491-9160-4EC1-AEFF05AD5725}"/>
          </ac:spMkLst>
        </pc:spChg>
        <pc:spChg chg="add mod">
          <ac:chgData name="Ash B" userId="c1ac39c97ed008d7" providerId="LiveId" clId="{30409DCD-BD50-4529-A5B6-4B962CD2BDC0}" dt="2026-06-14T06:00:37.142" v="620" actId="108"/>
          <ac:spMkLst>
            <pc:docMk/>
            <pc:sldMk cId="198293963" sldId="306"/>
            <ac:spMk id="32" creationId="{7DDA55BF-4E33-94F4-D7B9-44C1E1C596DF}"/>
          </ac:spMkLst>
        </pc:spChg>
        <pc:spChg chg="add mod">
          <ac:chgData name="Ash B" userId="c1ac39c97ed008d7" providerId="LiveId" clId="{30409DCD-BD50-4529-A5B6-4B962CD2BDC0}" dt="2026-06-14T06:01:31.611" v="643" actId="14100"/>
          <ac:spMkLst>
            <pc:docMk/>
            <pc:sldMk cId="198293963" sldId="306"/>
            <ac:spMk id="33" creationId="{55B25860-1E4F-1CB3-DF5D-E881FF1E5D13}"/>
          </ac:spMkLst>
        </pc:spChg>
        <pc:spChg chg="add mod">
          <ac:chgData name="Ash B" userId="c1ac39c97ed008d7" providerId="LiveId" clId="{30409DCD-BD50-4529-A5B6-4B962CD2BDC0}" dt="2026-06-14T05:52:05.250" v="595" actId="403"/>
          <ac:spMkLst>
            <pc:docMk/>
            <pc:sldMk cId="198293963" sldId="306"/>
            <ac:spMk id="34" creationId="{FDA44D59-DD49-54ED-0BCD-15AD04DE4309}"/>
          </ac:spMkLst>
        </pc:spChg>
        <pc:spChg chg="add del mod">
          <ac:chgData name="Ash B" userId="c1ac39c97ed008d7" providerId="LiveId" clId="{30409DCD-BD50-4529-A5B6-4B962CD2BDC0}" dt="2026-06-14T05:47:15.196" v="530" actId="478"/>
          <ac:spMkLst>
            <pc:docMk/>
            <pc:sldMk cId="198293963" sldId="306"/>
            <ac:spMk id="35" creationId="{11E1801A-A3F8-4092-6847-9D59FBE27FD9}"/>
          </ac:spMkLst>
        </pc:spChg>
        <pc:spChg chg="add del mod">
          <ac:chgData name="Ash B" userId="c1ac39c97ed008d7" providerId="LiveId" clId="{30409DCD-BD50-4529-A5B6-4B962CD2BDC0}" dt="2026-06-14T05:47:26.149" v="535" actId="478"/>
          <ac:spMkLst>
            <pc:docMk/>
            <pc:sldMk cId="198293963" sldId="306"/>
            <ac:spMk id="38" creationId="{556355AC-13AD-9F72-2203-8711B9BCA12B}"/>
          </ac:spMkLst>
        </pc:spChg>
        <pc:spChg chg="add mod">
          <ac:chgData name="Ash B" userId="c1ac39c97ed008d7" providerId="LiveId" clId="{30409DCD-BD50-4529-A5B6-4B962CD2BDC0}" dt="2026-06-14T05:45:28.794" v="524" actId="1076"/>
          <ac:spMkLst>
            <pc:docMk/>
            <pc:sldMk cId="198293963" sldId="306"/>
            <ac:spMk id="39" creationId="{3E24678D-6378-A219-ED3D-9A004DFECAAC}"/>
          </ac:spMkLst>
        </pc:spChg>
        <pc:spChg chg="add mod">
          <ac:chgData name="Ash B" userId="c1ac39c97ed008d7" providerId="LiveId" clId="{30409DCD-BD50-4529-A5B6-4B962CD2BDC0}" dt="2026-06-14T05:45:28.794" v="524" actId="1076"/>
          <ac:spMkLst>
            <pc:docMk/>
            <pc:sldMk cId="198293963" sldId="306"/>
            <ac:spMk id="40" creationId="{28092B2F-565A-978C-194E-85EBE11CBBB7}"/>
          </ac:spMkLst>
        </pc:spChg>
        <pc:spChg chg="add mod">
          <ac:chgData name="Ash B" userId="c1ac39c97ed008d7" providerId="LiveId" clId="{30409DCD-BD50-4529-A5B6-4B962CD2BDC0}" dt="2026-06-14T05:50:04.210" v="566" actId="1076"/>
          <ac:spMkLst>
            <pc:docMk/>
            <pc:sldMk cId="198293963" sldId="306"/>
            <ac:spMk id="43" creationId="{4DD6CCE4-A141-68CE-D6C0-329886FDE287}"/>
          </ac:spMkLst>
        </pc:spChg>
        <pc:spChg chg="add del mod">
          <ac:chgData name="Ash B" userId="c1ac39c97ed008d7" providerId="LiveId" clId="{30409DCD-BD50-4529-A5B6-4B962CD2BDC0}" dt="2026-06-14T05:48:02.547" v="538" actId="478"/>
          <ac:spMkLst>
            <pc:docMk/>
            <pc:sldMk cId="198293963" sldId="306"/>
            <ac:spMk id="45" creationId="{140E64A9-B7FE-0AD3-A2BD-E07791A6C7F5}"/>
          </ac:spMkLst>
        </pc:spChg>
        <pc:spChg chg="add mod">
          <ac:chgData name="Ash B" userId="c1ac39c97ed008d7" providerId="LiveId" clId="{30409DCD-BD50-4529-A5B6-4B962CD2BDC0}" dt="2026-06-14T05:51:40.331" v="587" actId="1076"/>
          <ac:spMkLst>
            <pc:docMk/>
            <pc:sldMk cId="198293963" sldId="306"/>
            <ac:spMk id="46" creationId="{592A4623-7640-42B4-B99B-A500C981A458}"/>
          </ac:spMkLst>
        </pc:spChg>
        <pc:spChg chg="add mod">
          <ac:chgData name="Ash B" userId="c1ac39c97ed008d7" providerId="LiveId" clId="{30409DCD-BD50-4529-A5B6-4B962CD2BDC0}" dt="2026-06-14T05:51:56.723" v="592" actId="1076"/>
          <ac:spMkLst>
            <pc:docMk/>
            <pc:sldMk cId="198293963" sldId="306"/>
            <ac:spMk id="47" creationId="{DDB40207-C692-ECC2-967C-BEB598CBDDDB}"/>
          </ac:spMkLst>
        </pc:spChg>
        <pc:spChg chg="add mod">
          <ac:chgData name="Ash B" userId="c1ac39c97ed008d7" providerId="LiveId" clId="{30409DCD-BD50-4529-A5B6-4B962CD2BDC0}" dt="2026-06-14T05:52:09.598" v="596" actId="1076"/>
          <ac:spMkLst>
            <pc:docMk/>
            <pc:sldMk cId="198293963" sldId="306"/>
            <ac:spMk id="48" creationId="{1641846C-5206-9922-A5E6-07A81EA0D8F3}"/>
          </ac:spMkLst>
        </pc:spChg>
        <pc:spChg chg="add del mod">
          <ac:chgData name="Ash B" userId="c1ac39c97ed008d7" providerId="LiveId" clId="{30409DCD-BD50-4529-A5B6-4B962CD2BDC0}" dt="2026-06-14T06:00:37.794" v="622"/>
          <ac:spMkLst>
            <pc:docMk/>
            <pc:sldMk cId="198293963" sldId="306"/>
            <ac:spMk id="49" creationId="{A168409D-B56A-599E-E91A-39108ADBD8D3}"/>
          </ac:spMkLst>
        </pc:spChg>
        <pc:spChg chg="add mod">
          <ac:chgData name="Ash B" userId="c1ac39c97ed008d7" providerId="LiveId" clId="{30409DCD-BD50-4529-A5B6-4B962CD2BDC0}" dt="2026-06-14T06:02:05.232" v="649" actId="1076"/>
          <ac:spMkLst>
            <pc:docMk/>
            <pc:sldMk cId="198293963" sldId="306"/>
            <ac:spMk id="50" creationId="{ADA1E218-F9BC-0C0E-DFEC-D7272B6700FD}"/>
          </ac:spMkLst>
        </pc:spChg>
        <pc:spChg chg="del mod">
          <ac:chgData name="Ash B" userId="c1ac39c97ed008d7" providerId="LiveId" clId="{30409DCD-BD50-4529-A5B6-4B962CD2BDC0}" dt="2026-06-14T05:31:50.400" v="373" actId="478"/>
          <ac:spMkLst>
            <pc:docMk/>
            <pc:sldMk cId="198293963" sldId="306"/>
            <ac:spMk id="284" creationId="{00000000-0000-0000-0000-000000000000}"/>
          </ac:spMkLst>
        </pc:spChg>
        <pc:spChg chg="del mod">
          <ac:chgData name="Ash B" userId="c1ac39c97ed008d7" providerId="LiveId" clId="{30409DCD-BD50-4529-A5B6-4B962CD2BDC0}" dt="2026-06-14T05:31:51.270" v="374" actId="478"/>
          <ac:spMkLst>
            <pc:docMk/>
            <pc:sldMk cId="198293963" sldId="306"/>
            <ac:spMk id="285" creationId="{00000000-0000-0000-0000-000000000000}"/>
          </ac:spMkLst>
        </pc:spChg>
        <pc:spChg chg="mod">
          <ac:chgData name="Ash B" userId="c1ac39c97ed008d7" providerId="LiveId" clId="{30409DCD-BD50-4529-A5B6-4B962CD2BDC0}" dt="2026-06-14T05:04:39.445" v="372" actId="1076"/>
          <ac:spMkLst>
            <pc:docMk/>
            <pc:sldMk cId="198293963" sldId="306"/>
            <ac:spMk id="286" creationId="{00000000-0000-0000-0000-000000000000}"/>
          </ac:spMkLst>
        </pc:spChg>
        <pc:spChg chg="del mod">
          <ac:chgData name="Ash B" userId="c1ac39c97ed008d7" providerId="LiveId" clId="{30409DCD-BD50-4529-A5B6-4B962CD2BDC0}" dt="2026-06-14T05:31:53.074" v="375" actId="478"/>
          <ac:spMkLst>
            <pc:docMk/>
            <pc:sldMk cId="198293963" sldId="306"/>
            <ac:spMk id="287" creationId="{00000000-0000-0000-0000-000000000000}"/>
          </ac:spMkLst>
        </pc:spChg>
        <pc:spChg chg="del mod">
          <ac:chgData name="Ash B" userId="c1ac39c97ed008d7" providerId="LiveId" clId="{30409DCD-BD50-4529-A5B6-4B962CD2BDC0}" dt="2026-06-14T05:35:08.650" v="403" actId="478"/>
          <ac:spMkLst>
            <pc:docMk/>
            <pc:sldMk cId="198293963" sldId="306"/>
            <ac:spMk id="289" creationId="{00000000-0000-0000-0000-000000000000}"/>
          </ac:spMkLst>
        </pc:spChg>
        <pc:spChg chg="del mod">
          <ac:chgData name="Ash B" userId="c1ac39c97ed008d7" providerId="LiveId" clId="{30409DCD-BD50-4529-A5B6-4B962CD2BDC0}" dt="2026-06-14T05:31:54.067" v="376" actId="478"/>
          <ac:spMkLst>
            <pc:docMk/>
            <pc:sldMk cId="198293963" sldId="306"/>
            <ac:spMk id="290" creationId="{00000000-0000-0000-0000-000000000000}"/>
          </ac:spMkLst>
        </pc:spChg>
        <pc:spChg chg="mod">
          <ac:chgData name="Ash B" userId="c1ac39c97ed008d7" providerId="LiveId" clId="{30409DCD-BD50-4529-A5B6-4B962CD2BDC0}" dt="2026-06-14T05:04:39.445" v="372" actId="1076"/>
          <ac:spMkLst>
            <pc:docMk/>
            <pc:sldMk cId="198293963" sldId="306"/>
            <ac:spMk id="291" creationId="{00000000-0000-0000-0000-000000000000}"/>
          </ac:spMkLst>
        </pc:spChg>
        <pc:spChg chg="del mod">
          <ac:chgData name="Ash B" userId="c1ac39c97ed008d7" providerId="LiveId" clId="{30409DCD-BD50-4529-A5B6-4B962CD2BDC0}" dt="2026-06-14T05:31:55.660" v="377" actId="478"/>
          <ac:spMkLst>
            <pc:docMk/>
            <pc:sldMk cId="198293963" sldId="306"/>
            <ac:spMk id="292" creationId="{00000000-0000-0000-0000-000000000000}"/>
          </ac:spMkLst>
        </pc:spChg>
        <pc:spChg chg="mod">
          <ac:chgData name="Ash B" userId="c1ac39c97ed008d7" providerId="LiveId" clId="{30409DCD-BD50-4529-A5B6-4B962CD2BDC0}" dt="2026-06-14T05:04:39.445" v="372" actId="1076"/>
          <ac:spMkLst>
            <pc:docMk/>
            <pc:sldMk cId="198293963" sldId="306"/>
            <ac:spMk id="293" creationId="{00000000-0000-0000-0000-000000000000}"/>
          </ac:spMkLst>
        </pc:spChg>
        <pc:spChg chg="del mod">
          <ac:chgData name="Ash B" userId="c1ac39c97ed008d7" providerId="LiveId" clId="{30409DCD-BD50-4529-A5B6-4B962CD2BDC0}" dt="2026-06-14T05:40:37.027" v="462" actId="478"/>
          <ac:spMkLst>
            <pc:docMk/>
            <pc:sldMk cId="198293963" sldId="306"/>
            <ac:spMk id="294" creationId="{00000000-0000-0000-0000-000000000000}"/>
          </ac:spMkLst>
        </pc:spChg>
        <pc:spChg chg="mod">
          <ac:chgData name="Ash B" userId="c1ac39c97ed008d7" providerId="LiveId" clId="{30409DCD-BD50-4529-A5B6-4B962CD2BDC0}" dt="2026-06-14T05:04:39.445" v="372" actId="1076"/>
          <ac:spMkLst>
            <pc:docMk/>
            <pc:sldMk cId="198293963" sldId="306"/>
            <ac:spMk id="296" creationId="{00000000-0000-0000-0000-000000000000}"/>
          </ac:spMkLst>
        </pc:spChg>
        <pc:spChg chg="mod">
          <ac:chgData name="Ash B" userId="c1ac39c97ed008d7" providerId="LiveId" clId="{30409DCD-BD50-4529-A5B6-4B962CD2BDC0}" dt="2026-06-14T05:04:39.445" v="372" actId="1076"/>
          <ac:spMkLst>
            <pc:docMk/>
            <pc:sldMk cId="198293963" sldId="306"/>
            <ac:spMk id="297" creationId="{00000000-0000-0000-0000-000000000000}"/>
          </ac:spMkLst>
        </pc:spChg>
        <pc:spChg chg="del">
          <ac:chgData name="Ash B" userId="c1ac39c97ed008d7" providerId="LiveId" clId="{30409DCD-BD50-4529-A5B6-4B962CD2BDC0}" dt="2026-06-14T05:49:49.460" v="564" actId="478"/>
          <ac:spMkLst>
            <pc:docMk/>
            <pc:sldMk cId="198293963" sldId="306"/>
            <ac:spMk id="298" creationId="{00000000-0000-0000-0000-000000000000}"/>
          </ac:spMkLst>
        </pc:spChg>
        <pc:spChg chg="mod">
          <ac:chgData name="Ash B" userId="c1ac39c97ed008d7" providerId="LiveId" clId="{30409DCD-BD50-4529-A5B6-4B962CD2BDC0}" dt="2026-06-14T05:04:39.445" v="372" actId="1076"/>
          <ac:spMkLst>
            <pc:docMk/>
            <pc:sldMk cId="198293963" sldId="306"/>
            <ac:spMk id="299" creationId="{00000000-0000-0000-0000-000000000000}"/>
          </ac:spMkLst>
        </pc:spChg>
        <pc:spChg chg="mod">
          <ac:chgData name="Ash B" userId="c1ac39c97ed008d7" providerId="LiveId" clId="{30409DCD-BD50-4529-A5B6-4B962CD2BDC0}" dt="2026-06-14T05:04:39.445" v="372" actId="1076"/>
          <ac:spMkLst>
            <pc:docMk/>
            <pc:sldMk cId="198293963" sldId="306"/>
            <ac:spMk id="300" creationId="{00000000-0000-0000-0000-000000000000}"/>
          </ac:spMkLst>
        </pc:spChg>
        <pc:spChg chg="mod">
          <ac:chgData name="Ash B" userId="c1ac39c97ed008d7" providerId="LiveId" clId="{30409DCD-BD50-4529-A5B6-4B962CD2BDC0}" dt="2026-06-14T05:04:39.445" v="372" actId="1076"/>
          <ac:spMkLst>
            <pc:docMk/>
            <pc:sldMk cId="198293963" sldId="306"/>
            <ac:spMk id="302" creationId="{00000000-0000-0000-0000-000000000000}"/>
          </ac:spMkLst>
        </pc:spChg>
        <pc:spChg chg="mod">
          <ac:chgData name="Ash B" userId="c1ac39c97ed008d7" providerId="LiveId" clId="{30409DCD-BD50-4529-A5B6-4B962CD2BDC0}" dt="2026-06-14T05:04:39.445" v="372" actId="1076"/>
          <ac:spMkLst>
            <pc:docMk/>
            <pc:sldMk cId="198293963" sldId="306"/>
            <ac:spMk id="303" creationId="{00000000-0000-0000-0000-000000000000}"/>
          </ac:spMkLst>
        </pc:spChg>
        <pc:spChg chg="del">
          <ac:chgData name="Ash B" userId="c1ac39c97ed008d7" providerId="LiveId" clId="{30409DCD-BD50-4529-A5B6-4B962CD2BDC0}" dt="2026-06-14T05:03:30.454" v="354" actId="478"/>
          <ac:spMkLst>
            <pc:docMk/>
            <pc:sldMk cId="198293963" sldId="306"/>
            <ac:spMk id="304" creationId="{00000000-0000-0000-0000-000000000000}"/>
          </ac:spMkLst>
        </pc:spChg>
        <pc:spChg chg="del">
          <ac:chgData name="Ash B" userId="c1ac39c97ed008d7" providerId="LiveId" clId="{30409DCD-BD50-4529-A5B6-4B962CD2BDC0}" dt="2026-06-14T05:03:31.497" v="355" actId="478"/>
          <ac:spMkLst>
            <pc:docMk/>
            <pc:sldMk cId="198293963" sldId="306"/>
            <ac:spMk id="305" creationId="{00000000-0000-0000-0000-000000000000}"/>
          </ac:spMkLst>
        </pc:spChg>
        <pc:spChg chg="del">
          <ac:chgData name="Ash B" userId="c1ac39c97ed008d7" providerId="LiveId" clId="{30409DCD-BD50-4529-A5B6-4B962CD2BDC0}" dt="2026-06-14T05:03:32.744" v="356" actId="478"/>
          <ac:spMkLst>
            <pc:docMk/>
            <pc:sldMk cId="198293963" sldId="306"/>
            <ac:spMk id="306" creationId="{00000000-0000-0000-0000-000000000000}"/>
          </ac:spMkLst>
        </pc:spChg>
        <pc:spChg chg="del">
          <ac:chgData name="Ash B" userId="c1ac39c97ed008d7" providerId="LiveId" clId="{30409DCD-BD50-4529-A5B6-4B962CD2BDC0}" dt="2026-06-14T05:03:34.431" v="357" actId="478"/>
          <ac:spMkLst>
            <pc:docMk/>
            <pc:sldMk cId="198293963" sldId="306"/>
            <ac:spMk id="307" creationId="{00000000-0000-0000-0000-000000000000}"/>
          </ac:spMkLst>
        </pc:spChg>
        <pc:spChg chg="del">
          <ac:chgData name="Ash B" userId="c1ac39c97ed008d7" providerId="LiveId" clId="{30409DCD-BD50-4529-A5B6-4B962CD2BDC0}" dt="2026-06-14T05:03:36.115" v="358" actId="478"/>
          <ac:spMkLst>
            <pc:docMk/>
            <pc:sldMk cId="198293963" sldId="306"/>
            <ac:spMk id="308" creationId="{00000000-0000-0000-0000-000000000000}"/>
          </ac:spMkLst>
        </pc:spChg>
        <pc:spChg chg="del">
          <ac:chgData name="Ash B" userId="c1ac39c97ed008d7" providerId="LiveId" clId="{30409DCD-BD50-4529-A5B6-4B962CD2BDC0}" dt="2026-06-14T05:03:37.566" v="359" actId="478"/>
          <ac:spMkLst>
            <pc:docMk/>
            <pc:sldMk cId="198293963" sldId="306"/>
            <ac:spMk id="309" creationId="{00000000-0000-0000-0000-000000000000}"/>
          </ac:spMkLst>
        </pc:spChg>
        <pc:spChg chg="del">
          <ac:chgData name="Ash B" userId="c1ac39c97ed008d7" providerId="LiveId" clId="{30409DCD-BD50-4529-A5B6-4B962CD2BDC0}" dt="2026-06-14T05:03:44.213" v="364" actId="478"/>
          <ac:spMkLst>
            <pc:docMk/>
            <pc:sldMk cId="198293963" sldId="306"/>
            <ac:spMk id="311" creationId="{00000000-0000-0000-0000-000000000000}"/>
          </ac:spMkLst>
        </pc:spChg>
        <pc:spChg chg="del">
          <ac:chgData name="Ash B" userId="c1ac39c97ed008d7" providerId="LiveId" clId="{30409DCD-BD50-4529-A5B6-4B962CD2BDC0}" dt="2026-06-14T05:03:41.811" v="362" actId="478"/>
          <ac:spMkLst>
            <pc:docMk/>
            <pc:sldMk cId="198293963" sldId="306"/>
            <ac:spMk id="312" creationId="{00000000-0000-0000-0000-000000000000}"/>
          </ac:spMkLst>
        </pc:spChg>
        <pc:spChg chg="del">
          <ac:chgData name="Ash B" userId="c1ac39c97ed008d7" providerId="LiveId" clId="{30409DCD-BD50-4529-A5B6-4B962CD2BDC0}" dt="2026-06-14T05:03:42.774" v="363" actId="478"/>
          <ac:spMkLst>
            <pc:docMk/>
            <pc:sldMk cId="198293963" sldId="306"/>
            <ac:spMk id="313" creationId="{00000000-0000-0000-0000-000000000000}"/>
          </ac:spMkLst>
        </pc:spChg>
        <pc:spChg chg="del">
          <ac:chgData name="Ash B" userId="c1ac39c97ed008d7" providerId="LiveId" clId="{30409DCD-BD50-4529-A5B6-4B962CD2BDC0}" dt="2026-06-14T05:03:40.490" v="361" actId="478"/>
          <ac:spMkLst>
            <pc:docMk/>
            <pc:sldMk cId="198293963" sldId="306"/>
            <ac:spMk id="314" creationId="{00000000-0000-0000-0000-000000000000}"/>
          </ac:spMkLst>
        </pc:spChg>
        <pc:spChg chg="del">
          <ac:chgData name="Ash B" userId="c1ac39c97ed008d7" providerId="LiveId" clId="{30409DCD-BD50-4529-A5B6-4B962CD2BDC0}" dt="2026-06-14T05:03:39.354" v="360" actId="478"/>
          <ac:spMkLst>
            <pc:docMk/>
            <pc:sldMk cId="198293963" sldId="306"/>
            <ac:spMk id="315" creationId="{00000000-0000-0000-0000-000000000000}"/>
          </ac:spMkLst>
        </pc:spChg>
        <pc:spChg chg="del">
          <ac:chgData name="Ash B" userId="c1ac39c97ed008d7" providerId="LiveId" clId="{30409DCD-BD50-4529-A5B6-4B962CD2BDC0}" dt="2026-06-14T05:03:45.730" v="365" actId="478"/>
          <ac:spMkLst>
            <pc:docMk/>
            <pc:sldMk cId="198293963" sldId="306"/>
            <ac:spMk id="316" creationId="{00000000-0000-0000-0000-000000000000}"/>
          </ac:spMkLst>
        </pc:spChg>
        <pc:spChg chg="add del mod">
          <ac:chgData name="Ash B" userId="c1ac39c97ed008d7" providerId="LiveId" clId="{30409DCD-BD50-4529-A5B6-4B962CD2BDC0}" dt="2026-06-14T05:04:02.937" v="371" actId="478"/>
          <ac:spMkLst>
            <pc:docMk/>
            <pc:sldMk cId="198293963" sldId="306"/>
            <ac:spMk id="317" creationId="{00000000-0000-0000-0000-000000000000}"/>
          </ac:spMkLst>
        </pc:spChg>
        <pc:spChg chg="del mod">
          <ac:chgData name="Ash B" userId="c1ac39c97ed008d7" providerId="LiveId" clId="{30409DCD-BD50-4529-A5B6-4B962CD2BDC0}" dt="2026-06-14T12:10:05.792" v="889" actId="478"/>
          <ac:spMkLst>
            <pc:docMk/>
            <pc:sldMk cId="198293963" sldId="306"/>
            <ac:spMk id="318" creationId="{00000000-0000-0000-0000-000000000000}"/>
          </ac:spMkLst>
        </pc:spChg>
        <pc:picChg chg="add mod">
          <ac:chgData name="Ash B" userId="c1ac39c97ed008d7" providerId="LiveId" clId="{30409DCD-BD50-4529-A5B6-4B962CD2BDC0}" dt="2026-06-14T05:58:23.846" v="614" actId="14100"/>
          <ac:picMkLst>
            <pc:docMk/>
            <pc:sldMk cId="198293963" sldId="306"/>
            <ac:picMk id="21" creationId="{AD1E49F6-8245-4B99-4409-966A116FFE82}"/>
          </ac:picMkLst>
        </pc:picChg>
        <pc:picChg chg="add del mod">
          <ac:chgData name="Ash B" userId="c1ac39c97ed008d7" providerId="LiveId" clId="{30409DCD-BD50-4529-A5B6-4B962CD2BDC0}" dt="2026-06-14T05:59:56.370" v="616" actId="478"/>
          <ac:picMkLst>
            <pc:docMk/>
            <pc:sldMk cId="198293963" sldId="306"/>
            <ac:picMk id="37" creationId="{02731E43-92F2-085A-6DBF-D441062DA66F}"/>
          </ac:picMkLst>
        </pc:picChg>
        <pc:picChg chg="add del mod">
          <ac:chgData name="Ash B" userId="c1ac39c97ed008d7" providerId="LiveId" clId="{30409DCD-BD50-4529-A5B6-4B962CD2BDC0}" dt="2026-06-14T05:47:12.888" v="529" actId="478"/>
          <ac:picMkLst>
            <pc:docMk/>
            <pc:sldMk cId="198293963" sldId="306"/>
            <ac:picMk id="42" creationId="{2A36BC17-E7FA-01A4-E674-D6F6DF967713}"/>
          </ac:picMkLst>
        </pc:picChg>
      </pc:sldChg>
      <pc:sldChg chg="new del">
        <pc:chgData name="Ash B" userId="c1ac39c97ed008d7" providerId="LiveId" clId="{30409DCD-BD50-4529-A5B6-4B962CD2BDC0}" dt="2026-06-14T05:03:17.205" v="352" actId="47"/>
        <pc:sldMkLst>
          <pc:docMk/>
          <pc:sldMk cId="3780409164" sldId="306"/>
        </pc:sldMkLst>
      </pc:sldChg>
      <pc:sldChg chg="addSp delSp modSp new mod">
        <pc:chgData name="Ash B" userId="c1ac39c97ed008d7" providerId="LiveId" clId="{30409DCD-BD50-4529-A5B6-4B962CD2BDC0}" dt="2026-06-14T12:08:15.139" v="887" actId="114"/>
        <pc:sldMkLst>
          <pc:docMk/>
          <pc:sldMk cId="893102759" sldId="307"/>
        </pc:sldMkLst>
        <pc:spChg chg="del">
          <ac:chgData name="Ash B" userId="c1ac39c97ed008d7" providerId="LiveId" clId="{30409DCD-BD50-4529-A5B6-4B962CD2BDC0}" dt="2026-06-14T12:01:36.778" v="851" actId="478"/>
          <ac:spMkLst>
            <pc:docMk/>
            <pc:sldMk cId="893102759" sldId="307"/>
            <ac:spMk id="2" creationId="{7936B99B-76A6-D59C-28B7-A5E5920F04E3}"/>
          </ac:spMkLst>
        </pc:spChg>
        <pc:spChg chg="del">
          <ac:chgData name="Ash B" userId="c1ac39c97ed008d7" providerId="LiveId" clId="{30409DCD-BD50-4529-A5B6-4B962CD2BDC0}" dt="2026-06-14T12:01:51.021" v="855" actId="478"/>
          <ac:spMkLst>
            <pc:docMk/>
            <pc:sldMk cId="893102759" sldId="307"/>
            <ac:spMk id="3" creationId="{8B5424B4-9D9A-7AE6-C9B7-2A6045DD8E88}"/>
          </ac:spMkLst>
        </pc:spChg>
        <pc:spChg chg="add mod">
          <ac:chgData name="Ash B" userId="c1ac39c97ed008d7" providerId="LiveId" clId="{30409DCD-BD50-4529-A5B6-4B962CD2BDC0}" dt="2026-06-14T12:04:14.396" v="875" actId="403"/>
          <ac:spMkLst>
            <pc:docMk/>
            <pc:sldMk cId="893102759" sldId="307"/>
            <ac:spMk id="6" creationId="{199C0551-F470-8FB8-2D75-4A6D23DE9E2E}"/>
          </ac:spMkLst>
        </pc:spChg>
        <pc:graphicFrameChg chg="add del mod">
          <ac:chgData name="Ash B" userId="c1ac39c97ed008d7" providerId="LiveId" clId="{30409DCD-BD50-4529-A5B6-4B962CD2BDC0}" dt="2026-06-14T12:08:15.139" v="887" actId="114"/>
          <ac:graphicFrameMkLst>
            <pc:docMk/>
            <pc:sldMk cId="893102759" sldId="307"/>
            <ac:graphicFrameMk id="4" creationId="{42551352-88CB-1DAA-1ACC-FCC30826CA41}"/>
          </ac:graphicFrameMkLst>
        </pc:graphicFrameChg>
      </pc:sldChg>
      <pc:sldChg chg="addSp delSp modSp new del mod">
        <pc:chgData name="Ash B" userId="c1ac39c97ed008d7" providerId="LiveId" clId="{30409DCD-BD50-4529-A5B6-4B962CD2BDC0}" dt="2026-06-14T11:44:54.883" v="835" actId="47"/>
        <pc:sldMkLst>
          <pc:docMk/>
          <pc:sldMk cId="1775883161" sldId="307"/>
        </pc:sldMkLst>
        <pc:spChg chg="add del mod">
          <ac:chgData name="Ash B" userId="c1ac39c97ed008d7" providerId="LiveId" clId="{30409DCD-BD50-4529-A5B6-4B962CD2BDC0}" dt="2026-06-14T11:41:49.071" v="799" actId="21"/>
          <ac:spMkLst>
            <pc:docMk/>
            <pc:sldMk cId="1775883161" sldId="307"/>
            <ac:spMk id="4" creationId="{372852AD-BDBB-41E0-90E2-0B01278D347B}"/>
          </ac:spMkLst>
        </pc:spChg>
        <pc:graphicFrameChg chg="add del mod">
          <ac:chgData name="Ash B" userId="c1ac39c97ed008d7" providerId="LiveId" clId="{30409DCD-BD50-4529-A5B6-4B962CD2BDC0}" dt="2026-06-14T11:42:02.195" v="801" actId="21"/>
          <ac:graphicFrameMkLst>
            <pc:docMk/>
            <pc:sldMk cId="1775883161" sldId="307"/>
            <ac:graphicFrameMk id="266" creationId="{00000000-0000-0000-0000-000000000000}"/>
          </ac:graphicFrameMkLst>
        </pc:graphicFrameChg>
      </pc:sldChg>
      <pc:sldChg chg="addSp delSp modSp new del mod">
        <pc:chgData name="Ash B" userId="c1ac39c97ed008d7" providerId="LiveId" clId="{30409DCD-BD50-4529-A5B6-4B962CD2BDC0}" dt="2026-06-14T12:54:12.013" v="1021" actId="47"/>
        <pc:sldMkLst>
          <pc:docMk/>
          <pc:sldMk cId="960821684" sldId="308"/>
        </pc:sldMkLst>
        <pc:spChg chg="del mod">
          <ac:chgData name="Ash B" userId="c1ac39c97ed008d7" providerId="LiveId" clId="{30409DCD-BD50-4529-A5B6-4B962CD2BDC0}" dt="2026-06-14T12:29:43.947" v="964" actId="478"/>
          <ac:spMkLst>
            <pc:docMk/>
            <pc:sldMk cId="960821684" sldId="308"/>
            <ac:spMk id="2" creationId="{F8A39A39-B680-9161-D8B9-9B2F872194A5}"/>
          </ac:spMkLst>
        </pc:spChg>
        <pc:spChg chg="del">
          <ac:chgData name="Ash B" userId="c1ac39c97ed008d7" providerId="LiveId" clId="{30409DCD-BD50-4529-A5B6-4B962CD2BDC0}" dt="2026-06-14T12:29:45.935" v="965" actId="478"/>
          <ac:spMkLst>
            <pc:docMk/>
            <pc:sldMk cId="960821684" sldId="308"/>
            <ac:spMk id="3" creationId="{8F819D4D-40F2-3FC4-9D38-AE996DD2D0B4}"/>
          </ac:spMkLst>
        </pc:spChg>
        <pc:spChg chg="add mod">
          <ac:chgData name="Ash B" userId="c1ac39c97ed008d7" providerId="LiveId" clId="{30409DCD-BD50-4529-A5B6-4B962CD2BDC0}" dt="2026-06-14T12:29:38.572" v="963" actId="1076"/>
          <ac:spMkLst>
            <pc:docMk/>
            <pc:sldMk cId="960821684" sldId="308"/>
            <ac:spMk id="4" creationId="{7A2CE315-C588-0B88-4D61-969CA561CBED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6" creationId="{686EEFED-1AD7-C2CC-5606-2E7C6804211A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7" creationId="{DE60D7BF-8750-2B28-5ED4-E00E26C88224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8" creationId="{12C44F83-EFD7-423A-0A10-949F1B811C4C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9" creationId="{F2DABC1C-926E-51AA-9036-F8075349A328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10" creationId="{71D13140-C774-8590-1199-6C7EA20E741C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11" creationId="{537493C5-2F9D-2722-841F-3C502A7369BF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12" creationId="{80E7A15E-3B57-5496-A8A2-1A309336F632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13" creationId="{EC1B2504-A29D-3F2B-A9DE-7CADC6BB965C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14" creationId="{92F3969A-F267-29D1-F6F6-0C4EAEE06E3B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15" creationId="{6FC444FB-5F81-2EEA-6E90-0D14FFA23881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16" creationId="{59492A68-7016-167E-3E90-16D27FFF693D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17" creationId="{16E8C400-A5B4-C2D0-F256-C05FBDDAD47D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18" creationId="{364E2445-E14F-BF73-2DDD-387BF6113614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19" creationId="{43CF544F-C86C-50C3-7E35-658B3F70EAF5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20" creationId="{FC4E2ABC-DCA0-DBF4-704E-A9B5393D073C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21" creationId="{3B052CCA-D0E6-0976-39F6-4579B8E12BD4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22" creationId="{BD2C8438-7761-66BD-E062-CD6A9324DF96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23" creationId="{CD40C5A1-0F13-9B36-0136-C22573CA7DE6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24" creationId="{7E35EAD7-6F27-F434-F7E8-F62CB87036DD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25" creationId="{5255E994-127F-2901-D3AE-853531A814CC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26" creationId="{B8ED2A8E-66FF-16C8-5971-704B94A60D22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27" creationId="{B55619E1-F60A-6D68-040B-65B4CA2FB261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28" creationId="{CDD36FE8-D090-50B0-0623-1A45F053D093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29" creationId="{5B1B8696-825C-D2E1-7727-982E4DA08064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30" creationId="{9033384B-60ED-63C8-96F6-015A338605A0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31" creationId="{87AD1C6B-960E-9F81-D663-6D3B5240FE9A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32" creationId="{C0D32725-34F2-5FA7-ABAA-AFD8D475175C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33" creationId="{CA1F16E7-651A-361A-E55A-00CC15E056A4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34" creationId="{44083FB8-0FE5-320D-4385-813112A0414E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35" creationId="{FC0259B2-A92E-921B-71A9-F602BC88403D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36" creationId="{A3E9DEB7-E7C8-2633-030C-C1419EAC070C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37" creationId="{5B030DAF-675C-C051-BE3F-804540FE4901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38" creationId="{5ABDC698-8440-1F37-E383-0ABF5992EFCD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39" creationId="{7564EEFA-ADB7-5E59-0F8D-46F9AFE13F25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40" creationId="{2547ED64-7AAF-81E8-293C-41725946A9B9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41" creationId="{089CEE57-7E20-64DF-8F6D-A2ED876939A4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42" creationId="{E5F1D732-8319-CD2F-F567-40F87040E740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43" creationId="{34C185C8-D744-4089-B9A1-7E2A026F402F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44" creationId="{C572637C-7FD5-9E21-17A8-F3C91DAD5694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45" creationId="{ECDECF79-CFE2-45D7-AE25-439FF859231D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46" creationId="{75D026C0-398C-0AEF-9908-F911093C2708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47" creationId="{0FF3277C-AF54-7F1E-DE4B-B6ECCDC168EA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48" creationId="{FAFCEF09-3D9D-8AEB-F1E6-7A9BC0036AD2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49" creationId="{6B5BDB06-3C00-9E54-7FC0-22EA612D4EBD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50" creationId="{6CE2D7B5-CE75-4E0E-77D6-0DB066A42458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51" creationId="{69A82069-FE30-769B-BBDF-1CB029397184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52" creationId="{D3A9C915-CBB3-C36A-4B89-D57A58A79EDE}"/>
          </ac:spMkLst>
        </pc:spChg>
        <pc:spChg chg="add del mod">
          <ac:chgData name="Ash B" userId="c1ac39c97ed008d7" providerId="LiveId" clId="{30409DCD-BD50-4529-A5B6-4B962CD2BDC0}" dt="2026-06-14T12:46:40.990" v="980" actId="478"/>
          <ac:spMkLst>
            <pc:docMk/>
            <pc:sldMk cId="960821684" sldId="308"/>
            <ac:spMk id="53" creationId="{CE72CB01-89F1-D294-DCC6-8C7F153163D8}"/>
          </ac:spMkLst>
        </pc:spChg>
        <pc:spChg chg="add mod">
          <ac:chgData name="Ash B" userId="c1ac39c97ed008d7" providerId="LiveId" clId="{30409DCD-BD50-4529-A5B6-4B962CD2BDC0}" dt="2026-06-14T12:42:55.573" v="973" actId="1076"/>
          <ac:spMkLst>
            <pc:docMk/>
            <pc:sldMk cId="960821684" sldId="308"/>
            <ac:spMk id="54" creationId="{6A5A0261-01D7-9142-667A-824CDEB24442}"/>
          </ac:spMkLst>
        </pc:spChg>
        <pc:spChg chg="add mod">
          <ac:chgData name="Ash B" userId="c1ac39c97ed008d7" providerId="LiveId" clId="{30409DCD-BD50-4529-A5B6-4B962CD2BDC0}" dt="2026-06-14T12:42:59.710" v="974" actId="1076"/>
          <ac:spMkLst>
            <pc:docMk/>
            <pc:sldMk cId="960821684" sldId="308"/>
            <ac:spMk id="55" creationId="{EC9454B9-5D2E-FCB9-AFFC-E30101EDEEA7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56" creationId="{349993B7-65BB-1902-46ED-4AD59D564CEE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57" creationId="{CE306436-C622-84A2-41E1-20BFE590C260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58" creationId="{2A6286A6-134F-3964-D945-D4FF60452711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59" creationId="{BB5616B4-86B8-AA6D-2D47-CF6DCE14A0E3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60" creationId="{3116D31D-9489-77FA-0986-233CE3376AD4}"/>
          </ac:spMkLst>
        </pc:spChg>
        <pc:spChg chg="add mod">
          <ac:chgData name="Ash B" userId="c1ac39c97ed008d7" providerId="LiveId" clId="{30409DCD-BD50-4529-A5B6-4B962CD2BDC0}" dt="2026-06-14T12:43:03.395" v="975" actId="1076"/>
          <ac:spMkLst>
            <pc:docMk/>
            <pc:sldMk cId="960821684" sldId="308"/>
            <ac:spMk id="61" creationId="{F7026FBF-FE11-29E2-49B1-AF7F45CCFAE6}"/>
          </ac:spMkLst>
        </pc:spChg>
        <pc:spChg chg="add mod">
          <ac:chgData name="Ash B" userId="c1ac39c97ed008d7" providerId="LiveId" clId="{30409DCD-BD50-4529-A5B6-4B962CD2BDC0}" dt="2026-06-14T12:43:07.579" v="976" actId="1076"/>
          <ac:spMkLst>
            <pc:docMk/>
            <pc:sldMk cId="960821684" sldId="308"/>
            <ac:spMk id="62" creationId="{1A8BDB00-DA51-AA06-A495-7C09BC780A2F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63" creationId="{593F4597-34F7-B763-1DA7-A7113FE4D92F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64" creationId="{D3DA88E7-249A-1580-A208-835610EC96D8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65" creationId="{BA9327AE-C481-1F4B-6011-E1DD6DC67060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66" creationId="{C940B49E-7395-0652-665D-6ED9899304DD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67" creationId="{6A7148EB-1B77-A3D1-6A4B-21E52A1BBE1E}"/>
          </ac:spMkLst>
        </pc:spChg>
        <pc:spChg chg="add mod">
          <ac:chgData name="Ash B" userId="c1ac39c97ed008d7" providerId="LiveId" clId="{30409DCD-BD50-4529-A5B6-4B962CD2BDC0}" dt="2026-06-14T12:43:27.116" v="979" actId="1076"/>
          <ac:spMkLst>
            <pc:docMk/>
            <pc:sldMk cId="960821684" sldId="308"/>
            <ac:spMk id="68" creationId="{7E2A668E-E176-776E-342D-F84F534F024D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69" creationId="{41178847-1A69-87FA-7D67-5957E9FB4C41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70" creationId="{C7842995-7831-2B26-5610-0290621FB853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71" creationId="{B5101111-203B-DCFB-AFF7-76EF1CBB804C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72" creationId="{A2644E47-3C22-4230-3930-1366862D30D7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73" creationId="{BC60B287-6752-5983-A736-54CFA95EF0BA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74" creationId="{B13AF2DF-09FC-C052-8A16-A729CFCE017B}"/>
          </ac:spMkLst>
        </pc:spChg>
        <pc:spChg chg="add mod">
          <ac:chgData name="Ash B" userId="c1ac39c97ed008d7" providerId="LiveId" clId="{30409DCD-BD50-4529-A5B6-4B962CD2BDC0}" dt="2026-06-14T12:43:22.071" v="978" actId="1076"/>
          <ac:spMkLst>
            <pc:docMk/>
            <pc:sldMk cId="960821684" sldId="308"/>
            <ac:spMk id="75" creationId="{47727D01-1B07-D689-F670-EE394A6F64E7}"/>
          </ac:spMkLst>
        </pc:spChg>
        <pc:spChg chg="add mod">
          <ac:chgData name="Ash B" userId="c1ac39c97ed008d7" providerId="LiveId" clId="{30409DCD-BD50-4529-A5B6-4B962CD2BDC0}" dt="2026-06-14T12:43:15.247" v="977" actId="207"/>
          <ac:spMkLst>
            <pc:docMk/>
            <pc:sldMk cId="960821684" sldId="308"/>
            <ac:spMk id="76" creationId="{45681D43-8B92-D255-6D5D-708AAD2944A4}"/>
          </ac:spMkLst>
        </pc:spChg>
        <pc:graphicFrameChg chg="add del">
          <ac:chgData name="Ash B" userId="c1ac39c97ed008d7" providerId="LiveId" clId="{30409DCD-BD50-4529-A5B6-4B962CD2BDC0}" dt="2026-06-14T12:32:58.789" v="967" actId="478"/>
          <ac:graphicFrameMkLst>
            <pc:docMk/>
            <pc:sldMk cId="960821684" sldId="308"/>
            <ac:graphicFrameMk id="5" creationId="{53638A29-2559-EBE1-7017-102AA588ABA7}"/>
          </ac:graphicFrameMkLst>
        </pc:graphicFrameChg>
      </pc:sldChg>
      <pc:sldChg chg="addSp delSp modSp new del mod modClrScheme chgLayout">
        <pc:chgData name="Ash B" userId="c1ac39c97ed008d7" providerId="LiveId" clId="{30409DCD-BD50-4529-A5B6-4B962CD2BDC0}" dt="2026-06-14T14:00:52.137" v="1380" actId="47"/>
        <pc:sldMkLst>
          <pc:docMk/>
          <pc:sldMk cId="3730774247" sldId="309"/>
        </pc:sldMkLst>
        <pc:spChg chg="del">
          <ac:chgData name="Ash B" userId="c1ac39c97ed008d7" providerId="LiveId" clId="{30409DCD-BD50-4529-A5B6-4B962CD2BDC0}" dt="2026-06-14T12:46:58.447" v="982" actId="700"/>
          <ac:spMkLst>
            <pc:docMk/>
            <pc:sldMk cId="3730774247" sldId="309"/>
            <ac:spMk id="2" creationId="{A5C99E1F-D250-AA8A-6F3A-8E5F11AEA5C0}"/>
          </ac:spMkLst>
        </pc:spChg>
        <pc:spChg chg="del">
          <ac:chgData name="Ash B" userId="c1ac39c97ed008d7" providerId="LiveId" clId="{30409DCD-BD50-4529-A5B6-4B962CD2BDC0}" dt="2026-06-14T12:46:58.447" v="982" actId="700"/>
          <ac:spMkLst>
            <pc:docMk/>
            <pc:sldMk cId="3730774247" sldId="309"/>
            <ac:spMk id="3" creationId="{171C7DF8-40C0-1B1B-5449-BA0AB9203E9C}"/>
          </ac:spMkLst>
        </pc:spChg>
        <pc:spChg chg="add mod ord">
          <ac:chgData name="Ash B" userId="c1ac39c97ed008d7" providerId="LiveId" clId="{30409DCD-BD50-4529-A5B6-4B962CD2BDC0}" dt="2026-06-14T12:51:06.180" v="1010" actId="14100"/>
          <ac:spMkLst>
            <pc:docMk/>
            <pc:sldMk cId="3730774247" sldId="309"/>
            <ac:spMk id="4" creationId="{CFB5FBE3-47D8-89B3-70ED-EAECF4DFF57D}"/>
          </ac:spMkLst>
        </pc:spChg>
        <pc:spChg chg="add mod">
          <ac:chgData name="Ash B" userId="c1ac39c97ed008d7" providerId="LiveId" clId="{30409DCD-BD50-4529-A5B6-4B962CD2BDC0}" dt="2026-06-14T12:53:13.624" v="1017" actId="207"/>
          <ac:spMkLst>
            <pc:docMk/>
            <pc:sldMk cId="3730774247" sldId="309"/>
            <ac:spMk id="5" creationId="{28A64846-1C88-31E1-942F-5C01AB5D0A5E}"/>
          </ac:spMkLst>
        </pc:spChg>
        <pc:spChg chg="add mod">
          <ac:chgData name="Ash B" userId="c1ac39c97ed008d7" providerId="LiveId" clId="{30409DCD-BD50-4529-A5B6-4B962CD2BDC0}" dt="2026-06-14T12:47:01.188" v="983"/>
          <ac:spMkLst>
            <pc:docMk/>
            <pc:sldMk cId="3730774247" sldId="309"/>
            <ac:spMk id="6" creationId="{D44F76A2-B11C-E42B-D90D-CFB388C6221A}"/>
          </ac:spMkLst>
        </pc:spChg>
        <pc:spChg chg="add mod">
          <ac:chgData name="Ash B" userId="c1ac39c97ed008d7" providerId="LiveId" clId="{30409DCD-BD50-4529-A5B6-4B962CD2BDC0}" dt="2026-06-14T12:47:01.188" v="983"/>
          <ac:spMkLst>
            <pc:docMk/>
            <pc:sldMk cId="3730774247" sldId="309"/>
            <ac:spMk id="7" creationId="{4B532D0D-F315-CC56-6F36-23D1090B4051}"/>
          </ac:spMkLst>
        </pc:spChg>
        <pc:spChg chg="add mod">
          <ac:chgData name="Ash B" userId="c1ac39c97ed008d7" providerId="LiveId" clId="{30409DCD-BD50-4529-A5B6-4B962CD2BDC0}" dt="2026-06-14T12:47:01.188" v="983"/>
          <ac:spMkLst>
            <pc:docMk/>
            <pc:sldMk cId="3730774247" sldId="309"/>
            <ac:spMk id="8" creationId="{60140273-9552-DEEC-65F2-6935782D672B}"/>
          </ac:spMkLst>
        </pc:spChg>
        <pc:spChg chg="add mod">
          <ac:chgData name="Ash B" userId="c1ac39c97ed008d7" providerId="LiveId" clId="{30409DCD-BD50-4529-A5B6-4B962CD2BDC0}" dt="2026-06-14T12:47:01.188" v="983"/>
          <ac:spMkLst>
            <pc:docMk/>
            <pc:sldMk cId="3730774247" sldId="309"/>
            <ac:spMk id="9" creationId="{8943F475-CA88-B587-C46A-15AE0DB7C9F3}"/>
          </ac:spMkLst>
        </pc:spChg>
        <pc:spChg chg="add mod">
          <ac:chgData name="Ash B" userId="c1ac39c97ed008d7" providerId="LiveId" clId="{30409DCD-BD50-4529-A5B6-4B962CD2BDC0}" dt="2026-06-14T12:47:01.188" v="983"/>
          <ac:spMkLst>
            <pc:docMk/>
            <pc:sldMk cId="3730774247" sldId="309"/>
            <ac:spMk id="10" creationId="{652197C3-A970-AF92-8DD5-EDE2C0843489}"/>
          </ac:spMkLst>
        </pc:spChg>
        <pc:spChg chg="add mod">
          <ac:chgData name="Ash B" userId="c1ac39c97ed008d7" providerId="LiveId" clId="{30409DCD-BD50-4529-A5B6-4B962CD2BDC0}" dt="2026-06-14T12:47:01.188" v="983"/>
          <ac:spMkLst>
            <pc:docMk/>
            <pc:sldMk cId="3730774247" sldId="309"/>
            <ac:spMk id="11" creationId="{753F3761-FF2A-F8C7-F518-9F9D3DD99CD4}"/>
          </ac:spMkLst>
        </pc:spChg>
        <pc:spChg chg="add mod">
          <ac:chgData name="Ash B" userId="c1ac39c97ed008d7" providerId="LiveId" clId="{30409DCD-BD50-4529-A5B6-4B962CD2BDC0}" dt="2026-06-14T12:48:12.851" v="991" actId="13822"/>
          <ac:spMkLst>
            <pc:docMk/>
            <pc:sldMk cId="3730774247" sldId="309"/>
            <ac:spMk id="12" creationId="{3CF8A450-F20C-6BFB-E8B8-A5CC04B6EABC}"/>
          </ac:spMkLst>
        </pc:spChg>
        <pc:spChg chg="add mod">
          <ac:chgData name="Ash B" userId="c1ac39c97ed008d7" providerId="LiveId" clId="{30409DCD-BD50-4529-A5B6-4B962CD2BDC0}" dt="2026-06-14T12:48:12.851" v="991" actId="13822"/>
          <ac:spMkLst>
            <pc:docMk/>
            <pc:sldMk cId="3730774247" sldId="309"/>
            <ac:spMk id="13" creationId="{3127CB6A-6DE9-B1AB-7333-396CFAE8E4FD}"/>
          </ac:spMkLst>
        </pc:spChg>
        <pc:spChg chg="add mod">
          <ac:chgData name="Ash B" userId="c1ac39c97ed008d7" providerId="LiveId" clId="{30409DCD-BD50-4529-A5B6-4B962CD2BDC0}" dt="2026-06-14T12:48:12.851" v="991" actId="13822"/>
          <ac:spMkLst>
            <pc:docMk/>
            <pc:sldMk cId="3730774247" sldId="309"/>
            <ac:spMk id="14" creationId="{45DF254E-2D29-CDCC-CA7A-0D1DE76164DB}"/>
          </ac:spMkLst>
        </pc:spChg>
        <pc:spChg chg="add mod">
          <ac:chgData name="Ash B" userId="c1ac39c97ed008d7" providerId="LiveId" clId="{30409DCD-BD50-4529-A5B6-4B962CD2BDC0}" dt="2026-06-14T12:48:12.851" v="991" actId="13822"/>
          <ac:spMkLst>
            <pc:docMk/>
            <pc:sldMk cId="3730774247" sldId="309"/>
            <ac:spMk id="15" creationId="{574CFCB3-A293-1F4C-32EA-417A27E9434A}"/>
          </ac:spMkLst>
        </pc:spChg>
        <pc:spChg chg="add mod">
          <ac:chgData name="Ash B" userId="c1ac39c97ed008d7" providerId="LiveId" clId="{30409DCD-BD50-4529-A5B6-4B962CD2BDC0}" dt="2026-06-14T12:48:12.851" v="991" actId="13822"/>
          <ac:spMkLst>
            <pc:docMk/>
            <pc:sldMk cId="3730774247" sldId="309"/>
            <ac:spMk id="16" creationId="{C5630B3A-5A98-94CA-DDF4-FE9FDB449D15}"/>
          </ac:spMkLst>
        </pc:spChg>
        <pc:spChg chg="add mod">
          <ac:chgData name="Ash B" userId="c1ac39c97ed008d7" providerId="LiveId" clId="{30409DCD-BD50-4529-A5B6-4B962CD2BDC0}" dt="2026-06-14T12:48:12.851" v="991" actId="13822"/>
          <ac:spMkLst>
            <pc:docMk/>
            <pc:sldMk cId="3730774247" sldId="309"/>
            <ac:spMk id="17" creationId="{59D5FBA2-F78F-DDFD-1E6A-0A8539FBF14A}"/>
          </ac:spMkLst>
        </pc:spChg>
        <pc:spChg chg="add mod ord">
          <ac:chgData name="Ash B" userId="c1ac39c97ed008d7" providerId="LiveId" clId="{30409DCD-BD50-4529-A5B6-4B962CD2BDC0}" dt="2026-06-14T12:53:07.253" v="1016" actId="207"/>
          <ac:spMkLst>
            <pc:docMk/>
            <pc:sldMk cId="3730774247" sldId="309"/>
            <ac:spMk id="18" creationId="{D4D50ECB-7C39-CA04-1297-02D89CB9782C}"/>
          </ac:spMkLst>
        </pc:spChg>
        <pc:spChg chg="add mod">
          <ac:chgData name="Ash B" userId="c1ac39c97ed008d7" providerId="LiveId" clId="{30409DCD-BD50-4529-A5B6-4B962CD2BDC0}" dt="2026-06-14T12:51:58.349" v="1015"/>
          <ac:spMkLst>
            <pc:docMk/>
            <pc:sldMk cId="3730774247" sldId="309"/>
            <ac:spMk id="19" creationId="{4C85C8BA-44EA-3C2B-1D08-952BCD5A106F}"/>
          </ac:spMkLst>
        </pc:spChg>
        <pc:spChg chg="add mod">
          <ac:chgData name="Ash B" userId="c1ac39c97ed008d7" providerId="LiveId" clId="{30409DCD-BD50-4529-A5B6-4B962CD2BDC0}" dt="2026-06-14T12:51:58.349" v="1015"/>
          <ac:spMkLst>
            <pc:docMk/>
            <pc:sldMk cId="3730774247" sldId="309"/>
            <ac:spMk id="20" creationId="{20287C81-B86E-4029-3233-E30469FF8F9F}"/>
          </ac:spMkLst>
        </pc:spChg>
        <pc:spChg chg="add mod">
          <ac:chgData name="Ash B" userId="c1ac39c97ed008d7" providerId="LiveId" clId="{30409DCD-BD50-4529-A5B6-4B962CD2BDC0}" dt="2026-06-14T12:51:58.349" v="1015"/>
          <ac:spMkLst>
            <pc:docMk/>
            <pc:sldMk cId="3730774247" sldId="309"/>
            <ac:spMk id="21" creationId="{64266A4F-17B0-E6AE-90F3-BE41561E1E67}"/>
          </ac:spMkLst>
        </pc:spChg>
        <pc:spChg chg="add mod">
          <ac:chgData name="Ash B" userId="c1ac39c97ed008d7" providerId="LiveId" clId="{30409DCD-BD50-4529-A5B6-4B962CD2BDC0}" dt="2026-06-14T12:51:58.349" v="1015"/>
          <ac:spMkLst>
            <pc:docMk/>
            <pc:sldMk cId="3730774247" sldId="309"/>
            <ac:spMk id="22" creationId="{82FC865C-E57D-4E63-E9B0-24EA78328D68}"/>
          </ac:spMkLst>
        </pc:spChg>
        <pc:spChg chg="add mod">
          <ac:chgData name="Ash B" userId="c1ac39c97ed008d7" providerId="LiveId" clId="{30409DCD-BD50-4529-A5B6-4B962CD2BDC0}" dt="2026-06-14T12:51:58.349" v="1015"/>
          <ac:spMkLst>
            <pc:docMk/>
            <pc:sldMk cId="3730774247" sldId="309"/>
            <ac:spMk id="23" creationId="{EC7186FB-9373-D9D9-3916-15FF8A6C72EC}"/>
          </ac:spMkLst>
        </pc:spChg>
        <pc:spChg chg="add mod">
          <ac:chgData name="Ash B" userId="c1ac39c97ed008d7" providerId="LiveId" clId="{30409DCD-BD50-4529-A5B6-4B962CD2BDC0}" dt="2026-06-14T12:51:58.349" v="1015"/>
          <ac:spMkLst>
            <pc:docMk/>
            <pc:sldMk cId="3730774247" sldId="309"/>
            <ac:spMk id="24" creationId="{10536662-6BAD-EF2B-9BE4-DE98AFB52EAE}"/>
          </ac:spMkLst>
        </pc:spChg>
        <pc:spChg chg="add mod">
          <ac:chgData name="Ash B" userId="c1ac39c97ed008d7" providerId="LiveId" clId="{30409DCD-BD50-4529-A5B6-4B962CD2BDC0}" dt="2026-06-14T12:51:58.349" v="1015"/>
          <ac:spMkLst>
            <pc:docMk/>
            <pc:sldMk cId="3730774247" sldId="309"/>
            <ac:spMk id="25" creationId="{8BC80A7D-3A97-808A-F2EA-8DF40B7E5D57}"/>
          </ac:spMkLst>
        </pc:spChg>
        <pc:spChg chg="add mod">
          <ac:chgData name="Ash B" userId="c1ac39c97ed008d7" providerId="LiveId" clId="{30409DCD-BD50-4529-A5B6-4B962CD2BDC0}" dt="2026-06-14T12:51:58.349" v="1015"/>
          <ac:spMkLst>
            <pc:docMk/>
            <pc:sldMk cId="3730774247" sldId="309"/>
            <ac:spMk id="26" creationId="{4EC0DAE5-F1EC-F8CC-3FA8-1523BCD85D64}"/>
          </ac:spMkLst>
        </pc:spChg>
        <pc:spChg chg="add mod">
          <ac:chgData name="Ash B" userId="c1ac39c97ed008d7" providerId="LiveId" clId="{30409DCD-BD50-4529-A5B6-4B962CD2BDC0}" dt="2026-06-14T12:51:58.349" v="1015"/>
          <ac:spMkLst>
            <pc:docMk/>
            <pc:sldMk cId="3730774247" sldId="309"/>
            <ac:spMk id="27" creationId="{373D49B0-AC59-0588-C83B-F63D7096850B}"/>
          </ac:spMkLst>
        </pc:spChg>
      </pc:sldChg>
      <pc:sldChg chg="new del">
        <pc:chgData name="Ash B" userId="c1ac39c97ed008d7" providerId="LiveId" clId="{30409DCD-BD50-4529-A5B6-4B962CD2BDC0}" dt="2026-06-14T12:54:10.750" v="1020" actId="47"/>
        <pc:sldMkLst>
          <pc:docMk/>
          <pc:sldMk cId="157277060" sldId="310"/>
        </pc:sldMkLst>
      </pc:sldChg>
      <pc:sldChg chg="addSp delSp modSp add mod setBg">
        <pc:chgData name="Ash B" userId="c1ac39c97ed008d7" providerId="LiveId" clId="{30409DCD-BD50-4529-A5B6-4B962CD2BDC0}" dt="2026-06-14T14:21:26.192" v="1386" actId="14100"/>
        <pc:sldMkLst>
          <pc:docMk/>
          <pc:sldMk cId="0" sldId="311"/>
        </pc:sldMkLst>
        <pc:spChg chg="del mod">
          <ac:chgData name="Ash B" userId="c1ac39c97ed008d7" providerId="LiveId" clId="{30409DCD-BD50-4529-A5B6-4B962CD2BDC0}" dt="2026-06-14T12:54:41.711" v="1028" actId="478"/>
          <ac:spMkLst>
            <pc:docMk/>
            <pc:sldMk cId="0" sldId="311"/>
            <ac:spMk id="2" creationId="{00000000-0000-0000-0000-000000000000}"/>
          </ac:spMkLst>
        </pc:spChg>
        <pc:spChg chg="del mod">
          <ac:chgData name="Ash B" userId="c1ac39c97ed008d7" providerId="LiveId" clId="{30409DCD-BD50-4529-A5B6-4B962CD2BDC0}" dt="2026-06-14T13:27:24.116" v="1044" actId="478"/>
          <ac:spMkLst>
            <pc:docMk/>
            <pc:sldMk cId="0" sldId="311"/>
            <ac:spMk id="3" creationId="{00000000-0000-0000-0000-000000000000}"/>
          </ac:spMkLst>
        </pc:spChg>
        <pc:spChg chg="del">
          <ac:chgData name="Ash B" userId="c1ac39c97ed008d7" providerId="LiveId" clId="{30409DCD-BD50-4529-A5B6-4B962CD2BDC0}" dt="2026-06-14T13:59:58.679" v="1374" actId="478"/>
          <ac:spMkLst>
            <pc:docMk/>
            <pc:sldMk cId="0" sldId="311"/>
            <ac:spMk id="4" creationId="{00000000-0000-0000-0000-000000000000}"/>
          </ac:spMkLst>
        </pc:spChg>
        <pc:spChg chg="mod">
          <ac:chgData name="Ash B" userId="c1ac39c97ed008d7" providerId="LiveId" clId="{30409DCD-BD50-4529-A5B6-4B962CD2BDC0}" dt="2026-06-14T14:21:20.071" v="1384" actId="14100"/>
          <ac:spMkLst>
            <pc:docMk/>
            <pc:sldMk cId="0" sldId="311"/>
            <ac:spMk id="6" creationId="{00000000-0000-0000-0000-000000000000}"/>
          </ac:spMkLst>
        </pc:spChg>
        <pc:spChg chg="mod">
          <ac:chgData name="Ash B" userId="c1ac39c97ed008d7" providerId="LiveId" clId="{30409DCD-BD50-4529-A5B6-4B962CD2BDC0}" dt="2026-06-14T13:27:31.551" v="1045" actId="1076"/>
          <ac:spMkLst>
            <pc:docMk/>
            <pc:sldMk cId="0" sldId="311"/>
            <ac:spMk id="7" creationId="{00000000-0000-0000-0000-000000000000}"/>
          </ac:spMkLst>
        </pc:spChg>
        <pc:spChg chg="mod">
          <ac:chgData name="Ash B" userId="c1ac39c97ed008d7" providerId="LiveId" clId="{30409DCD-BD50-4529-A5B6-4B962CD2BDC0}" dt="2026-06-14T13:28:00.789" v="1049" actId="1076"/>
          <ac:spMkLst>
            <pc:docMk/>
            <pc:sldMk cId="0" sldId="311"/>
            <ac:spMk id="8" creationId="{00000000-0000-0000-0000-000000000000}"/>
          </ac:spMkLst>
        </pc:spChg>
        <pc:spChg chg="mod">
          <ac:chgData name="Ash B" userId="c1ac39c97ed008d7" providerId="LiveId" clId="{30409DCD-BD50-4529-A5B6-4B962CD2BDC0}" dt="2026-06-14T13:58:54.589" v="1362" actId="403"/>
          <ac:spMkLst>
            <pc:docMk/>
            <pc:sldMk cId="0" sldId="311"/>
            <ac:spMk id="9" creationId="{00000000-0000-0000-0000-000000000000}"/>
          </ac:spMkLst>
        </pc:spChg>
        <pc:spChg chg="del mod">
          <ac:chgData name="Ash B" userId="c1ac39c97ed008d7" providerId="LiveId" clId="{30409DCD-BD50-4529-A5B6-4B962CD2BDC0}" dt="2026-06-14T13:30:35.842" v="1069" actId="478"/>
          <ac:spMkLst>
            <pc:docMk/>
            <pc:sldMk cId="0" sldId="311"/>
            <ac:spMk id="10" creationId="{00000000-0000-0000-0000-000000000000}"/>
          </ac:spMkLst>
        </pc:spChg>
        <pc:spChg chg="mod">
          <ac:chgData name="Ash B" userId="c1ac39c97ed008d7" providerId="LiveId" clId="{30409DCD-BD50-4529-A5B6-4B962CD2BDC0}" dt="2026-06-14T13:44:55.356" v="1217" actId="20577"/>
          <ac:spMkLst>
            <pc:docMk/>
            <pc:sldMk cId="0" sldId="311"/>
            <ac:spMk id="12" creationId="{00000000-0000-0000-0000-000000000000}"/>
          </ac:spMkLst>
        </pc:spChg>
        <pc:spChg chg="mod">
          <ac:chgData name="Ash B" userId="c1ac39c97ed008d7" providerId="LiveId" clId="{30409DCD-BD50-4529-A5B6-4B962CD2BDC0}" dt="2026-06-14T13:42:05.007" v="1192" actId="1076"/>
          <ac:spMkLst>
            <pc:docMk/>
            <pc:sldMk cId="0" sldId="311"/>
            <ac:spMk id="13" creationId="{00000000-0000-0000-0000-000000000000}"/>
          </ac:spMkLst>
        </pc:spChg>
        <pc:spChg chg="del mod">
          <ac:chgData name="Ash B" userId="c1ac39c97ed008d7" providerId="LiveId" clId="{30409DCD-BD50-4529-A5B6-4B962CD2BDC0}" dt="2026-06-14T13:30:40.637" v="1071" actId="478"/>
          <ac:spMkLst>
            <pc:docMk/>
            <pc:sldMk cId="0" sldId="311"/>
            <ac:spMk id="14" creationId="{00000000-0000-0000-0000-000000000000}"/>
          </ac:spMkLst>
        </pc:spChg>
        <pc:spChg chg="del mod">
          <ac:chgData name="Ash B" userId="c1ac39c97ed008d7" providerId="LiveId" clId="{30409DCD-BD50-4529-A5B6-4B962CD2BDC0}" dt="2026-06-14T13:30:39.538" v="1070" actId="478"/>
          <ac:spMkLst>
            <pc:docMk/>
            <pc:sldMk cId="0" sldId="311"/>
            <ac:spMk id="15" creationId="{00000000-0000-0000-0000-000000000000}"/>
          </ac:spMkLst>
        </pc:spChg>
        <pc:spChg chg="mod">
          <ac:chgData name="Ash B" userId="c1ac39c97ed008d7" providerId="LiveId" clId="{30409DCD-BD50-4529-A5B6-4B962CD2BDC0}" dt="2026-06-14T13:43:34.811" v="1211" actId="113"/>
          <ac:spMkLst>
            <pc:docMk/>
            <pc:sldMk cId="0" sldId="311"/>
            <ac:spMk id="16" creationId="{00000000-0000-0000-0000-000000000000}"/>
          </ac:spMkLst>
        </pc:spChg>
        <pc:spChg chg="mod">
          <ac:chgData name="Ash B" userId="c1ac39c97ed008d7" providerId="LiveId" clId="{30409DCD-BD50-4529-A5B6-4B962CD2BDC0}" dt="2026-06-14T13:42:42.622" v="1198" actId="1076"/>
          <ac:spMkLst>
            <pc:docMk/>
            <pc:sldMk cId="0" sldId="311"/>
            <ac:spMk id="17" creationId="{00000000-0000-0000-0000-000000000000}"/>
          </ac:spMkLst>
        </pc:spChg>
        <pc:spChg chg="del">
          <ac:chgData name="Ash B" userId="c1ac39c97ed008d7" providerId="LiveId" clId="{30409DCD-BD50-4529-A5B6-4B962CD2BDC0}" dt="2026-06-14T13:31:04.767" v="1074" actId="478"/>
          <ac:spMkLst>
            <pc:docMk/>
            <pc:sldMk cId="0" sldId="311"/>
            <ac:spMk id="18" creationId="{00000000-0000-0000-0000-000000000000}"/>
          </ac:spMkLst>
        </pc:spChg>
        <pc:spChg chg="del mod">
          <ac:chgData name="Ash B" userId="c1ac39c97ed008d7" providerId="LiveId" clId="{30409DCD-BD50-4529-A5B6-4B962CD2BDC0}" dt="2026-06-14T13:31:02.586" v="1073" actId="478"/>
          <ac:spMkLst>
            <pc:docMk/>
            <pc:sldMk cId="0" sldId="311"/>
            <ac:spMk id="19" creationId="{00000000-0000-0000-0000-000000000000}"/>
          </ac:spMkLst>
        </pc:spChg>
        <pc:spChg chg="mod">
          <ac:chgData name="Ash B" userId="c1ac39c97ed008d7" providerId="LiveId" clId="{30409DCD-BD50-4529-A5B6-4B962CD2BDC0}" dt="2026-06-14T13:43:34.811" v="1211" actId="113"/>
          <ac:spMkLst>
            <pc:docMk/>
            <pc:sldMk cId="0" sldId="311"/>
            <ac:spMk id="20" creationId="{00000000-0000-0000-0000-000000000000}"/>
          </ac:spMkLst>
        </pc:spChg>
        <pc:spChg chg="mod">
          <ac:chgData name="Ash B" userId="c1ac39c97ed008d7" providerId="LiveId" clId="{30409DCD-BD50-4529-A5B6-4B962CD2BDC0}" dt="2026-06-14T13:39:42.898" v="1164" actId="13822"/>
          <ac:spMkLst>
            <pc:docMk/>
            <pc:sldMk cId="0" sldId="311"/>
            <ac:spMk id="21" creationId="{00000000-0000-0000-0000-000000000000}"/>
          </ac:spMkLst>
        </pc:spChg>
        <pc:spChg chg="del">
          <ac:chgData name="Ash B" userId="c1ac39c97ed008d7" providerId="LiveId" clId="{30409DCD-BD50-4529-A5B6-4B962CD2BDC0}" dt="2026-06-14T13:31:10.783" v="1075" actId="478"/>
          <ac:spMkLst>
            <pc:docMk/>
            <pc:sldMk cId="0" sldId="311"/>
            <ac:spMk id="22" creationId="{00000000-0000-0000-0000-000000000000}"/>
          </ac:spMkLst>
        </pc:spChg>
        <pc:spChg chg="mod">
          <ac:chgData name="Ash B" userId="c1ac39c97ed008d7" providerId="LiveId" clId="{30409DCD-BD50-4529-A5B6-4B962CD2BDC0}" dt="2026-06-14T13:43:34.811" v="1211" actId="113"/>
          <ac:spMkLst>
            <pc:docMk/>
            <pc:sldMk cId="0" sldId="311"/>
            <ac:spMk id="24" creationId="{00000000-0000-0000-0000-000000000000}"/>
          </ac:spMkLst>
        </pc:spChg>
        <pc:spChg chg="mod">
          <ac:chgData name="Ash B" userId="c1ac39c97ed008d7" providerId="LiveId" clId="{30409DCD-BD50-4529-A5B6-4B962CD2BDC0}" dt="2026-06-14T13:39:31.807" v="1161" actId="13822"/>
          <ac:spMkLst>
            <pc:docMk/>
            <pc:sldMk cId="0" sldId="311"/>
            <ac:spMk id="25" creationId="{00000000-0000-0000-0000-000000000000}"/>
          </ac:spMkLst>
        </pc:spChg>
        <pc:spChg chg="del">
          <ac:chgData name="Ash B" userId="c1ac39c97ed008d7" providerId="LiveId" clId="{30409DCD-BD50-4529-A5B6-4B962CD2BDC0}" dt="2026-06-14T13:31:16.381" v="1077" actId="478"/>
          <ac:spMkLst>
            <pc:docMk/>
            <pc:sldMk cId="0" sldId="311"/>
            <ac:spMk id="26" creationId="{00000000-0000-0000-0000-000000000000}"/>
          </ac:spMkLst>
        </pc:spChg>
        <pc:spChg chg="del">
          <ac:chgData name="Ash B" userId="c1ac39c97ed008d7" providerId="LiveId" clId="{30409DCD-BD50-4529-A5B6-4B962CD2BDC0}" dt="2026-06-14T13:31:14.804" v="1076" actId="478"/>
          <ac:spMkLst>
            <pc:docMk/>
            <pc:sldMk cId="0" sldId="311"/>
            <ac:spMk id="27" creationId="{00000000-0000-0000-0000-000000000000}"/>
          </ac:spMkLst>
        </pc:spChg>
        <pc:spChg chg="mod">
          <ac:chgData name="Ash B" userId="c1ac39c97ed008d7" providerId="LiveId" clId="{30409DCD-BD50-4529-A5B6-4B962CD2BDC0}" dt="2026-06-14T13:43:34.811" v="1211" actId="113"/>
          <ac:spMkLst>
            <pc:docMk/>
            <pc:sldMk cId="0" sldId="311"/>
            <ac:spMk id="28" creationId="{00000000-0000-0000-0000-000000000000}"/>
          </ac:spMkLst>
        </pc:spChg>
        <pc:spChg chg="mod">
          <ac:chgData name="Ash B" userId="c1ac39c97ed008d7" providerId="LiveId" clId="{30409DCD-BD50-4529-A5B6-4B962CD2BDC0}" dt="2026-06-14T13:42:20.242" v="1195" actId="1076"/>
          <ac:spMkLst>
            <pc:docMk/>
            <pc:sldMk cId="0" sldId="311"/>
            <ac:spMk id="29" creationId="{00000000-0000-0000-0000-000000000000}"/>
          </ac:spMkLst>
        </pc:spChg>
        <pc:spChg chg="del">
          <ac:chgData name="Ash B" userId="c1ac39c97ed008d7" providerId="LiveId" clId="{30409DCD-BD50-4529-A5B6-4B962CD2BDC0}" dt="2026-06-14T13:31:24.450" v="1079" actId="478"/>
          <ac:spMkLst>
            <pc:docMk/>
            <pc:sldMk cId="0" sldId="311"/>
            <ac:spMk id="30" creationId="{00000000-0000-0000-0000-000000000000}"/>
          </ac:spMkLst>
        </pc:spChg>
        <pc:spChg chg="del">
          <ac:chgData name="Ash B" userId="c1ac39c97ed008d7" providerId="LiveId" clId="{30409DCD-BD50-4529-A5B6-4B962CD2BDC0}" dt="2026-06-14T13:31:23.242" v="1078" actId="478"/>
          <ac:spMkLst>
            <pc:docMk/>
            <pc:sldMk cId="0" sldId="311"/>
            <ac:spMk id="31" creationId="{00000000-0000-0000-0000-000000000000}"/>
          </ac:spMkLst>
        </pc:spChg>
        <pc:spChg chg="mod">
          <ac:chgData name="Ash B" userId="c1ac39c97ed008d7" providerId="LiveId" clId="{30409DCD-BD50-4529-A5B6-4B962CD2BDC0}" dt="2026-06-14T13:43:34.811" v="1211" actId="113"/>
          <ac:spMkLst>
            <pc:docMk/>
            <pc:sldMk cId="0" sldId="311"/>
            <ac:spMk id="32" creationId="{00000000-0000-0000-0000-000000000000}"/>
          </ac:spMkLst>
        </pc:spChg>
        <pc:spChg chg="mod">
          <ac:chgData name="Ash B" userId="c1ac39c97ed008d7" providerId="LiveId" clId="{30409DCD-BD50-4529-A5B6-4B962CD2BDC0}" dt="2026-06-14T14:21:22.890" v="1385" actId="14100"/>
          <ac:spMkLst>
            <pc:docMk/>
            <pc:sldMk cId="0" sldId="311"/>
            <ac:spMk id="33" creationId="{00000000-0000-0000-0000-000000000000}"/>
          </ac:spMkLst>
        </pc:spChg>
        <pc:spChg chg="mod">
          <ac:chgData name="Ash B" userId="c1ac39c97ed008d7" providerId="LiveId" clId="{30409DCD-BD50-4529-A5B6-4B962CD2BDC0}" dt="2026-06-14T13:28:07.092" v="1050" actId="1076"/>
          <ac:spMkLst>
            <pc:docMk/>
            <pc:sldMk cId="0" sldId="311"/>
            <ac:spMk id="34" creationId="{00000000-0000-0000-0000-000000000000}"/>
          </ac:spMkLst>
        </pc:spChg>
        <pc:spChg chg="mod">
          <ac:chgData name="Ash B" userId="c1ac39c97ed008d7" providerId="LiveId" clId="{30409DCD-BD50-4529-A5B6-4B962CD2BDC0}" dt="2026-06-14T13:28:29.059" v="1054" actId="1076"/>
          <ac:spMkLst>
            <pc:docMk/>
            <pc:sldMk cId="0" sldId="311"/>
            <ac:spMk id="35" creationId="{00000000-0000-0000-0000-000000000000}"/>
          </ac:spMkLst>
        </pc:spChg>
        <pc:spChg chg="mod">
          <ac:chgData name="Ash B" userId="c1ac39c97ed008d7" providerId="LiveId" clId="{30409DCD-BD50-4529-A5B6-4B962CD2BDC0}" dt="2026-06-14T13:59:06.735" v="1366" actId="2711"/>
          <ac:spMkLst>
            <pc:docMk/>
            <pc:sldMk cId="0" sldId="311"/>
            <ac:spMk id="36" creationId="{00000000-0000-0000-0000-000000000000}"/>
          </ac:spMkLst>
        </pc:spChg>
        <pc:spChg chg="del">
          <ac:chgData name="Ash B" userId="c1ac39c97ed008d7" providerId="LiveId" clId="{30409DCD-BD50-4529-A5B6-4B962CD2BDC0}" dt="2026-06-14T13:39:48.996" v="1165" actId="478"/>
          <ac:spMkLst>
            <pc:docMk/>
            <pc:sldMk cId="0" sldId="311"/>
            <ac:spMk id="37" creationId="{00000000-0000-0000-0000-000000000000}"/>
          </ac:spMkLst>
        </pc:spChg>
        <pc:spChg chg="mod">
          <ac:chgData name="Ash B" userId="c1ac39c97ed008d7" providerId="LiveId" clId="{30409DCD-BD50-4529-A5B6-4B962CD2BDC0}" dt="2026-06-14T13:47:59.022" v="1256" actId="113"/>
          <ac:spMkLst>
            <pc:docMk/>
            <pc:sldMk cId="0" sldId="311"/>
            <ac:spMk id="39" creationId="{00000000-0000-0000-0000-000000000000}"/>
          </ac:spMkLst>
        </pc:spChg>
        <pc:spChg chg="mod">
          <ac:chgData name="Ash B" userId="c1ac39c97ed008d7" providerId="LiveId" clId="{30409DCD-BD50-4529-A5B6-4B962CD2BDC0}" dt="2026-06-14T13:43:02.701" v="1202" actId="13822"/>
          <ac:spMkLst>
            <pc:docMk/>
            <pc:sldMk cId="0" sldId="311"/>
            <ac:spMk id="40" creationId="{00000000-0000-0000-0000-000000000000}"/>
          </ac:spMkLst>
        </pc:spChg>
        <pc:spChg chg="del">
          <ac:chgData name="Ash B" userId="c1ac39c97ed008d7" providerId="LiveId" clId="{30409DCD-BD50-4529-A5B6-4B962CD2BDC0}" dt="2026-06-14T13:39:50.575" v="1166" actId="478"/>
          <ac:spMkLst>
            <pc:docMk/>
            <pc:sldMk cId="0" sldId="311"/>
            <ac:spMk id="41" creationId="{00000000-0000-0000-0000-000000000000}"/>
          </ac:spMkLst>
        </pc:spChg>
        <pc:spChg chg="mod">
          <ac:chgData name="Ash B" userId="c1ac39c97ed008d7" providerId="LiveId" clId="{30409DCD-BD50-4529-A5B6-4B962CD2BDC0}" dt="2026-06-14T13:47:59.022" v="1256" actId="113"/>
          <ac:spMkLst>
            <pc:docMk/>
            <pc:sldMk cId="0" sldId="311"/>
            <ac:spMk id="43" creationId="{00000000-0000-0000-0000-000000000000}"/>
          </ac:spMkLst>
        </pc:spChg>
        <pc:spChg chg="mod">
          <ac:chgData name="Ash B" userId="c1ac39c97ed008d7" providerId="LiveId" clId="{30409DCD-BD50-4529-A5B6-4B962CD2BDC0}" dt="2026-06-14T13:45:05.601" v="1218" actId="13822"/>
          <ac:spMkLst>
            <pc:docMk/>
            <pc:sldMk cId="0" sldId="311"/>
            <ac:spMk id="44" creationId="{00000000-0000-0000-0000-000000000000}"/>
          </ac:spMkLst>
        </pc:spChg>
        <pc:spChg chg="del">
          <ac:chgData name="Ash B" userId="c1ac39c97ed008d7" providerId="LiveId" clId="{30409DCD-BD50-4529-A5B6-4B962CD2BDC0}" dt="2026-06-14T13:39:53.728" v="1168" actId="478"/>
          <ac:spMkLst>
            <pc:docMk/>
            <pc:sldMk cId="0" sldId="311"/>
            <ac:spMk id="45" creationId="{00000000-0000-0000-0000-000000000000}"/>
          </ac:spMkLst>
        </pc:spChg>
        <pc:spChg chg="mod">
          <ac:chgData name="Ash B" userId="c1ac39c97ed008d7" providerId="LiveId" clId="{30409DCD-BD50-4529-A5B6-4B962CD2BDC0}" dt="2026-06-14T13:39:51.487" v="1167" actId="6549"/>
          <ac:spMkLst>
            <pc:docMk/>
            <pc:sldMk cId="0" sldId="311"/>
            <ac:spMk id="46" creationId="{00000000-0000-0000-0000-000000000000}"/>
          </ac:spMkLst>
        </pc:spChg>
        <pc:spChg chg="mod">
          <ac:chgData name="Ash B" userId="c1ac39c97ed008d7" providerId="LiveId" clId="{30409DCD-BD50-4529-A5B6-4B962CD2BDC0}" dt="2026-06-14T13:48:04.683" v="1257" actId="1076"/>
          <ac:spMkLst>
            <pc:docMk/>
            <pc:sldMk cId="0" sldId="311"/>
            <ac:spMk id="47" creationId="{00000000-0000-0000-0000-000000000000}"/>
          </ac:spMkLst>
        </pc:spChg>
        <pc:spChg chg="mod">
          <ac:chgData name="Ash B" userId="c1ac39c97ed008d7" providerId="LiveId" clId="{30409DCD-BD50-4529-A5B6-4B962CD2BDC0}" dt="2026-06-14T13:47:35.290" v="1248" actId="13822"/>
          <ac:spMkLst>
            <pc:docMk/>
            <pc:sldMk cId="0" sldId="311"/>
            <ac:spMk id="48" creationId="{00000000-0000-0000-0000-000000000000}"/>
          </ac:spMkLst>
        </pc:spChg>
        <pc:spChg chg="del">
          <ac:chgData name="Ash B" userId="c1ac39c97ed008d7" providerId="LiveId" clId="{30409DCD-BD50-4529-A5B6-4B962CD2BDC0}" dt="2026-06-14T13:39:56.481" v="1170" actId="478"/>
          <ac:spMkLst>
            <pc:docMk/>
            <pc:sldMk cId="0" sldId="311"/>
            <ac:spMk id="49" creationId="{00000000-0000-0000-0000-000000000000}"/>
          </ac:spMkLst>
        </pc:spChg>
        <pc:spChg chg="del">
          <ac:chgData name="Ash B" userId="c1ac39c97ed008d7" providerId="LiveId" clId="{30409DCD-BD50-4529-A5B6-4B962CD2BDC0}" dt="2026-06-14T13:39:55.413" v="1169" actId="478"/>
          <ac:spMkLst>
            <pc:docMk/>
            <pc:sldMk cId="0" sldId="311"/>
            <ac:spMk id="50" creationId="{00000000-0000-0000-0000-000000000000}"/>
          </ac:spMkLst>
        </pc:spChg>
        <pc:spChg chg="mod">
          <ac:chgData name="Ash B" userId="c1ac39c97ed008d7" providerId="LiveId" clId="{30409DCD-BD50-4529-A5B6-4B962CD2BDC0}" dt="2026-06-14T13:47:50.049" v="1255" actId="403"/>
          <ac:spMkLst>
            <pc:docMk/>
            <pc:sldMk cId="0" sldId="311"/>
            <ac:spMk id="51" creationId="{00000000-0000-0000-0000-000000000000}"/>
          </ac:spMkLst>
        </pc:spChg>
        <pc:spChg chg="mod">
          <ac:chgData name="Ash B" userId="c1ac39c97ed008d7" providerId="LiveId" clId="{30409DCD-BD50-4529-A5B6-4B962CD2BDC0}" dt="2026-06-14T13:48:52.599" v="1269" actId="1076"/>
          <ac:spMkLst>
            <pc:docMk/>
            <pc:sldMk cId="0" sldId="311"/>
            <ac:spMk id="52" creationId="{00000000-0000-0000-0000-000000000000}"/>
          </ac:spMkLst>
        </pc:spChg>
        <pc:spChg chg="del">
          <ac:chgData name="Ash B" userId="c1ac39c97ed008d7" providerId="LiveId" clId="{30409DCD-BD50-4529-A5B6-4B962CD2BDC0}" dt="2026-06-14T13:39:58.681" v="1171" actId="478"/>
          <ac:spMkLst>
            <pc:docMk/>
            <pc:sldMk cId="0" sldId="311"/>
            <ac:spMk id="53" creationId="{00000000-0000-0000-0000-000000000000}"/>
          </ac:spMkLst>
        </pc:spChg>
        <pc:spChg chg="mod">
          <ac:chgData name="Ash B" userId="c1ac39c97ed008d7" providerId="LiveId" clId="{30409DCD-BD50-4529-A5B6-4B962CD2BDC0}" dt="2026-06-14T13:48:46.955" v="1268" actId="1076"/>
          <ac:spMkLst>
            <pc:docMk/>
            <pc:sldMk cId="0" sldId="311"/>
            <ac:spMk id="55" creationId="{00000000-0000-0000-0000-000000000000}"/>
          </ac:spMkLst>
        </pc:spChg>
        <pc:spChg chg="mod">
          <ac:chgData name="Ash B" userId="c1ac39c97ed008d7" providerId="LiveId" clId="{30409DCD-BD50-4529-A5B6-4B962CD2BDC0}" dt="2026-06-14T13:49:34.103" v="1279" actId="13822"/>
          <ac:spMkLst>
            <pc:docMk/>
            <pc:sldMk cId="0" sldId="311"/>
            <ac:spMk id="56" creationId="{00000000-0000-0000-0000-000000000000}"/>
          </ac:spMkLst>
        </pc:spChg>
        <pc:spChg chg="del">
          <ac:chgData name="Ash B" userId="c1ac39c97ed008d7" providerId="LiveId" clId="{30409DCD-BD50-4529-A5B6-4B962CD2BDC0}" dt="2026-06-14T13:40:04.915" v="1174" actId="478"/>
          <ac:spMkLst>
            <pc:docMk/>
            <pc:sldMk cId="0" sldId="311"/>
            <ac:spMk id="57" creationId="{00000000-0000-0000-0000-000000000000}"/>
          </ac:spMkLst>
        </pc:spChg>
        <pc:spChg chg="del mod">
          <ac:chgData name="Ash B" userId="c1ac39c97ed008d7" providerId="LiveId" clId="{30409DCD-BD50-4529-A5B6-4B962CD2BDC0}" dt="2026-06-14T13:40:03.562" v="1173" actId="478"/>
          <ac:spMkLst>
            <pc:docMk/>
            <pc:sldMk cId="0" sldId="311"/>
            <ac:spMk id="58" creationId="{00000000-0000-0000-0000-000000000000}"/>
          </ac:spMkLst>
        </pc:spChg>
        <pc:spChg chg="mod">
          <ac:chgData name="Ash B" userId="c1ac39c97ed008d7" providerId="LiveId" clId="{30409DCD-BD50-4529-A5B6-4B962CD2BDC0}" dt="2026-06-14T13:49:29.052" v="1278" actId="403"/>
          <ac:spMkLst>
            <pc:docMk/>
            <pc:sldMk cId="0" sldId="311"/>
            <ac:spMk id="59" creationId="{00000000-0000-0000-0000-000000000000}"/>
          </ac:spMkLst>
        </pc:spChg>
        <pc:spChg chg="mod">
          <ac:chgData name="Ash B" userId="c1ac39c97ed008d7" providerId="LiveId" clId="{30409DCD-BD50-4529-A5B6-4B962CD2BDC0}" dt="2026-06-14T14:21:26.192" v="1386" actId="14100"/>
          <ac:spMkLst>
            <pc:docMk/>
            <pc:sldMk cId="0" sldId="311"/>
            <ac:spMk id="60" creationId="{00000000-0000-0000-0000-000000000000}"/>
          </ac:spMkLst>
        </pc:spChg>
        <pc:spChg chg="mod">
          <ac:chgData name="Ash B" userId="c1ac39c97ed008d7" providerId="LiveId" clId="{30409DCD-BD50-4529-A5B6-4B962CD2BDC0}" dt="2026-06-14T13:59:52.831" v="1373" actId="1076"/>
          <ac:spMkLst>
            <pc:docMk/>
            <pc:sldMk cId="0" sldId="311"/>
            <ac:spMk id="61" creationId="{00000000-0000-0000-0000-000000000000}"/>
          </ac:spMkLst>
        </pc:spChg>
        <pc:spChg chg="mod">
          <ac:chgData name="Ash B" userId="c1ac39c97ed008d7" providerId="LiveId" clId="{30409DCD-BD50-4529-A5B6-4B962CD2BDC0}" dt="2026-06-14T13:59:42.441" v="1372" actId="1076"/>
          <ac:spMkLst>
            <pc:docMk/>
            <pc:sldMk cId="0" sldId="311"/>
            <ac:spMk id="62" creationId="{00000000-0000-0000-0000-000000000000}"/>
          </ac:spMkLst>
        </pc:spChg>
        <pc:spChg chg="mod">
          <ac:chgData name="Ash B" userId="c1ac39c97ed008d7" providerId="LiveId" clId="{30409DCD-BD50-4529-A5B6-4B962CD2BDC0}" dt="2026-06-14T13:59:22.952" v="1369" actId="6549"/>
          <ac:spMkLst>
            <pc:docMk/>
            <pc:sldMk cId="0" sldId="311"/>
            <ac:spMk id="63" creationId="{00000000-0000-0000-0000-000000000000}"/>
          </ac:spMkLst>
        </pc:spChg>
        <pc:spChg chg="del">
          <ac:chgData name="Ash B" userId="c1ac39c97ed008d7" providerId="LiveId" clId="{30409DCD-BD50-4529-A5B6-4B962CD2BDC0}" dt="2026-06-14T13:49:42.679" v="1280" actId="478"/>
          <ac:spMkLst>
            <pc:docMk/>
            <pc:sldMk cId="0" sldId="311"/>
            <ac:spMk id="64" creationId="{00000000-0000-0000-0000-000000000000}"/>
          </ac:spMkLst>
        </pc:spChg>
        <pc:spChg chg="mod">
          <ac:chgData name="Ash B" userId="c1ac39c97ed008d7" providerId="LiveId" clId="{30409DCD-BD50-4529-A5B6-4B962CD2BDC0}" dt="2026-06-14T13:50:29.405" v="1299" actId="1076"/>
          <ac:spMkLst>
            <pc:docMk/>
            <pc:sldMk cId="0" sldId="311"/>
            <ac:spMk id="66" creationId="{00000000-0000-0000-0000-000000000000}"/>
          </ac:spMkLst>
        </pc:spChg>
        <pc:spChg chg="mod">
          <ac:chgData name="Ash B" userId="c1ac39c97ed008d7" providerId="LiveId" clId="{30409DCD-BD50-4529-A5B6-4B962CD2BDC0}" dt="2026-06-14T13:50:20.616" v="1297" actId="13822"/>
          <ac:spMkLst>
            <pc:docMk/>
            <pc:sldMk cId="0" sldId="311"/>
            <ac:spMk id="67" creationId="{00000000-0000-0000-0000-000000000000}"/>
          </ac:spMkLst>
        </pc:spChg>
        <pc:spChg chg="del">
          <ac:chgData name="Ash B" userId="c1ac39c97ed008d7" providerId="LiveId" clId="{30409DCD-BD50-4529-A5B6-4B962CD2BDC0}" dt="2026-06-14T13:49:44.689" v="1281" actId="478"/>
          <ac:spMkLst>
            <pc:docMk/>
            <pc:sldMk cId="0" sldId="311"/>
            <ac:spMk id="68" creationId="{00000000-0000-0000-0000-000000000000}"/>
          </ac:spMkLst>
        </pc:spChg>
        <pc:spChg chg="mod">
          <ac:chgData name="Ash B" userId="c1ac39c97ed008d7" providerId="LiveId" clId="{30409DCD-BD50-4529-A5B6-4B962CD2BDC0}" dt="2026-06-14T13:50:37.985" v="1305" actId="403"/>
          <ac:spMkLst>
            <pc:docMk/>
            <pc:sldMk cId="0" sldId="311"/>
            <ac:spMk id="70" creationId="{00000000-0000-0000-0000-000000000000}"/>
          </ac:spMkLst>
        </pc:spChg>
        <pc:spChg chg="del">
          <ac:chgData name="Ash B" userId="c1ac39c97ed008d7" providerId="LiveId" clId="{30409DCD-BD50-4529-A5B6-4B962CD2BDC0}" dt="2026-06-14T13:51:15.643" v="1310" actId="478"/>
          <ac:spMkLst>
            <pc:docMk/>
            <pc:sldMk cId="0" sldId="311"/>
            <ac:spMk id="71" creationId="{00000000-0000-0000-0000-000000000000}"/>
          </ac:spMkLst>
        </pc:spChg>
        <pc:spChg chg="del">
          <ac:chgData name="Ash B" userId="c1ac39c97ed008d7" providerId="LiveId" clId="{30409DCD-BD50-4529-A5B6-4B962CD2BDC0}" dt="2026-06-14T13:49:49.805" v="1284" actId="478"/>
          <ac:spMkLst>
            <pc:docMk/>
            <pc:sldMk cId="0" sldId="311"/>
            <ac:spMk id="72" creationId="{00000000-0000-0000-0000-000000000000}"/>
          </ac:spMkLst>
        </pc:spChg>
        <pc:spChg chg="del mod">
          <ac:chgData name="Ash B" userId="c1ac39c97ed008d7" providerId="LiveId" clId="{30409DCD-BD50-4529-A5B6-4B962CD2BDC0}" dt="2026-06-14T13:49:48.546" v="1283" actId="478"/>
          <ac:spMkLst>
            <pc:docMk/>
            <pc:sldMk cId="0" sldId="311"/>
            <ac:spMk id="73" creationId="{00000000-0000-0000-0000-000000000000}"/>
          </ac:spMkLst>
        </pc:spChg>
        <pc:spChg chg="mod">
          <ac:chgData name="Ash B" userId="c1ac39c97ed008d7" providerId="LiveId" clId="{30409DCD-BD50-4529-A5B6-4B962CD2BDC0}" dt="2026-06-14T13:51:27.725" v="1317" actId="403"/>
          <ac:spMkLst>
            <pc:docMk/>
            <pc:sldMk cId="0" sldId="311"/>
            <ac:spMk id="74" creationId="{00000000-0000-0000-0000-000000000000}"/>
          </ac:spMkLst>
        </pc:spChg>
        <pc:spChg chg="mod">
          <ac:chgData name="Ash B" userId="c1ac39c97ed008d7" providerId="LiveId" clId="{30409DCD-BD50-4529-A5B6-4B962CD2BDC0}" dt="2026-06-14T13:52:33.940" v="1333" actId="14100"/>
          <ac:spMkLst>
            <pc:docMk/>
            <pc:sldMk cId="0" sldId="311"/>
            <ac:spMk id="75" creationId="{00000000-0000-0000-0000-000000000000}"/>
          </ac:spMkLst>
        </pc:spChg>
        <pc:spChg chg="del">
          <ac:chgData name="Ash B" userId="c1ac39c97ed008d7" providerId="LiveId" clId="{30409DCD-BD50-4529-A5B6-4B962CD2BDC0}" dt="2026-06-14T13:49:51.783" v="1285" actId="478"/>
          <ac:spMkLst>
            <pc:docMk/>
            <pc:sldMk cId="0" sldId="311"/>
            <ac:spMk id="76" creationId="{00000000-0000-0000-0000-000000000000}"/>
          </ac:spMkLst>
        </pc:spChg>
        <pc:spChg chg="mod">
          <ac:chgData name="Ash B" userId="c1ac39c97ed008d7" providerId="LiveId" clId="{30409DCD-BD50-4529-A5B6-4B962CD2BDC0}" dt="2026-06-14T13:52:58.983" v="1337" actId="1076"/>
          <ac:spMkLst>
            <pc:docMk/>
            <pc:sldMk cId="0" sldId="311"/>
            <ac:spMk id="78" creationId="{00000000-0000-0000-0000-000000000000}"/>
          </ac:spMkLst>
        </pc:spChg>
        <pc:spChg chg="mod">
          <ac:chgData name="Ash B" userId="c1ac39c97ed008d7" providerId="LiveId" clId="{30409DCD-BD50-4529-A5B6-4B962CD2BDC0}" dt="2026-06-14T13:52:39.090" v="1334" actId="13822"/>
          <ac:spMkLst>
            <pc:docMk/>
            <pc:sldMk cId="0" sldId="311"/>
            <ac:spMk id="79" creationId="{00000000-0000-0000-0000-000000000000}"/>
          </ac:spMkLst>
        </pc:spChg>
        <pc:spChg chg="del">
          <ac:chgData name="Ash B" userId="c1ac39c97ed008d7" providerId="LiveId" clId="{30409DCD-BD50-4529-A5B6-4B962CD2BDC0}" dt="2026-06-14T13:49:53.826" v="1286" actId="478"/>
          <ac:spMkLst>
            <pc:docMk/>
            <pc:sldMk cId="0" sldId="311"/>
            <ac:spMk id="80" creationId="{00000000-0000-0000-0000-000000000000}"/>
          </ac:spMkLst>
        </pc:spChg>
        <pc:spChg chg="mod">
          <ac:chgData name="Ash B" userId="c1ac39c97ed008d7" providerId="LiveId" clId="{30409DCD-BD50-4529-A5B6-4B962CD2BDC0}" dt="2026-06-14T13:58:39.596" v="1355" actId="1076"/>
          <ac:spMkLst>
            <pc:docMk/>
            <pc:sldMk cId="0" sldId="311"/>
            <ac:spMk id="82" creationId="{00000000-0000-0000-0000-000000000000}"/>
          </ac:spMkLst>
        </pc:spChg>
        <pc:spChg chg="mod">
          <ac:chgData name="Ash B" userId="c1ac39c97ed008d7" providerId="LiveId" clId="{30409DCD-BD50-4529-A5B6-4B962CD2BDC0}" dt="2026-06-14T13:58:33.403" v="1354" actId="1076"/>
          <ac:spMkLst>
            <pc:docMk/>
            <pc:sldMk cId="0" sldId="311"/>
            <ac:spMk id="83" creationId="{00000000-0000-0000-0000-000000000000}"/>
          </ac:spMkLst>
        </pc:spChg>
        <pc:spChg chg="del">
          <ac:chgData name="Ash B" userId="c1ac39c97ed008d7" providerId="LiveId" clId="{30409DCD-BD50-4529-A5B6-4B962CD2BDC0}" dt="2026-06-14T13:49:57.745" v="1288" actId="478"/>
          <ac:spMkLst>
            <pc:docMk/>
            <pc:sldMk cId="0" sldId="311"/>
            <ac:spMk id="84" creationId="{00000000-0000-0000-0000-000000000000}"/>
          </ac:spMkLst>
        </pc:spChg>
        <pc:spChg chg="del">
          <ac:chgData name="Ash B" userId="c1ac39c97ed008d7" providerId="LiveId" clId="{30409DCD-BD50-4529-A5B6-4B962CD2BDC0}" dt="2026-06-14T13:49:56.505" v="1287" actId="478"/>
          <ac:spMkLst>
            <pc:docMk/>
            <pc:sldMk cId="0" sldId="311"/>
            <ac:spMk id="85" creationId="{00000000-0000-0000-0000-000000000000}"/>
          </ac:spMkLst>
        </pc:spChg>
        <pc:spChg chg="mod">
          <ac:chgData name="Ash B" userId="c1ac39c97ed008d7" providerId="LiveId" clId="{30409DCD-BD50-4529-A5B6-4B962CD2BDC0}" dt="2026-06-14T13:58:28.592" v="1353" actId="1076"/>
          <ac:spMkLst>
            <pc:docMk/>
            <pc:sldMk cId="0" sldId="311"/>
            <ac:spMk id="86" creationId="{00000000-0000-0000-0000-000000000000}"/>
          </ac:spMkLst>
        </pc:spChg>
        <pc:spChg chg="del mod">
          <ac:chgData name="Ash B" userId="c1ac39c97ed008d7" providerId="LiveId" clId="{30409DCD-BD50-4529-A5B6-4B962CD2BDC0}" dt="2026-06-14T13:46:28.279" v="1231" actId="478"/>
          <ac:spMkLst>
            <pc:docMk/>
            <pc:sldMk cId="0" sldId="311"/>
            <ac:spMk id="87" creationId="{00000000-0000-0000-0000-000000000000}"/>
          </ac:spMkLst>
        </pc:spChg>
        <pc:spChg chg="del">
          <ac:chgData name="Ash B" userId="c1ac39c97ed008d7" providerId="LiveId" clId="{30409DCD-BD50-4529-A5B6-4B962CD2BDC0}" dt="2026-06-14T13:46:32.122" v="1232" actId="478"/>
          <ac:spMkLst>
            <pc:docMk/>
            <pc:sldMk cId="0" sldId="311"/>
            <ac:spMk id="88" creationId="{00000000-0000-0000-0000-000000000000}"/>
          </ac:spMkLst>
        </pc:spChg>
        <pc:spChg chg="del">
          <ac:chgData name="Ash B" userId="c1ac39c97ed008d7" providerId="LiveId" clId="{30409DCD-BD50-4529-A5B6-4B962CD2BDC0}" dt="2026-06-14T13:46:45.585" v="1238" actId="478"/>
          <ac:spMkLst>
            <pc:docMk/>
            <pc:sldMk cId="0" sldId="311"/>
            <ac:spMk id="89" creationId="{00000000-0000-0000-0000-000000000000}"/>
          </ac:spMkLst>
        </pc:spChg>
        <pc:spChg chg="del mod">
          <ac:chgData name="Ash B" userId="c1ac39c97ed008d7" providerId="LiveId" clId="{30409DCD-BD50-4529-A5B6-4B962CD2BDC0}" dt="2026-06-14T13:46:35.337" v="1234" actId="478"/>
          <ac:spMkLst>
            <pc:docMk/>
            <pc:sldMk cId="0" sldId="311"/>
            <ac:spMk id="90" creationId="{00000000-0000-0000-0000-000000000000}"/>
          </ac:spMkLst>
        </pc:spChg>
        <pc:spChg chg="del">
          <ac:chgData name="Ash B" userId="c1ac39c97ed008d7" providerId="LiveId" clId="{30409DCD-BD50-4529-A5B6-4B962CD2BDC0}" dt="2026-06-14T13:46:46.369" v="1239" actId="478"/>
          <ac:spMkLst>
            <pc:docMk/>
            <pc:sldMk cId="0" sldId="311"/>
            <ac:spMk id="91" creationId="{00000000-0000-0000-0000-000000000000}"/>
          </ac:spMkLst>
        </pc:spChg>
        <pc:spChg chg="del">
          <ac:chgData name="Ash B" userId="c1ac39c97ed008d7" providerId="LiveId" clId="{30409DCD-BD50-4529-A5B6-4B962CD2BDC0}" dt="2026-06-14T13:46:36.702" v="1235" actId="478"/>
          <ac:spMkLst>
            <pc:docMk/>
            <pc:sldMk cId="0" sldId="311"/>
            <ac:spMk id="92" creationId="{00000000-0000-0000-0000-000000000000}"/>
          </ac:spMkLst>
        </pc:spChg>
        <pc:spChg chg="del">
          <ac:chgData name="Ash B" userId="c1ac39c97ed008d7" providerId="LiveId" clId="{30409DCD-BD50-4529-A5B6-4B962CD2BDC0}" dt="2026-06-14T13:46:47.139" v="1240" actId="478"/>
          <ac:spMkLst>
            <pc:docMk/>
            <pc:sldMk cId="0" sldId="311"/>
            <ac:spMk id="93" creationId="{00000000-0000-0000-0000-000000000000}"/>
          </ac:spMkLst>
        </pc:spChg>
        <pc:spChg chg="del">
          <ac:chgData name="Ash B" userId="c1ac39c97ed008d7" providerId="LiveId" clId="{30409DCD-BD50-4529-A5B6-4B962CD2BDC0}" dt="2026-06-14T13:46:38.104" v="1236" actId="478"/>
          <ac:spMkLst>
            <pc:docMk/>
            <pc:sldMk cId="0" sldId="311"/>
            <ac:spMk id="94" creationId="{00000000-0000-0000-0000-000000000000}"/>
          </ac:spMkLst>
        </pc:spChg>
        <pc:spChg chg="del">
          <ac:chgData name="Ash B" userId="c1ac39c97ed008d7" providerId="LiveId" clId="{30409DCD-BD50-4529-A5B6-4B962CD2BDC0}" dt="2026-06-14T13:46:47.982" v="1241" actId="478"/>
          <ac:spMkLst>
            <pc:docMk/>
            <pc:sldMk cId="0" sldId="311"/>
            <ac:spMk id="95" creationId="{00000000-0000-0000-0000-000000000000}"/>
          </ac:spMkLst>
        </pc:spChg>
        <pc:spChg chg="del">
          <ac:chgData name="Ash B" userId="c1ac39c97ed008d7" providerId="LiveId" clId="{30409DCD-BD50-4529-A5B6-4B962CD2BDC0}" dt="2026-06-14T13:46:44.053" v="1237" actId="478"/>
          <ac:spMkLst>
            <pc:docMk/>
            <pc:sldMk cId="0" sldId="311"/>
            <ac:spMk id="96" creationId="{00000000-0000-0000-0000-000000000000}"/>
          </ac:spMkLst>
        </pc:spChg>
        <pc:spChg chg="add mod">
          <ac:chgData name="Ash B" userId="c1ac39c97ed008d7" providerId="LiveId" clId="{30409DCD-BD50-4529-A5B6-4B962CD2BDC0}" dt="2026-06-14T13:27:20.575" v="1043" actId="1076"/>
          <ac:spMkLst>
            <pc:docMk/>
            <pc:sldMk cId="0" sldId="311"/>
            <ac:spMk id="98" creationId="{393C3887-66C6-63E6-3315-59E8ECC8E7DF}"/>
          </ac:spMkLst>
        </pc:spChg>
        <pc:spChg chg="add mod">
          <ac:chgData name="Ash B" userId="c1ac39c97ed008d7" providerId="LiveId" clId="{30409DCD-BD50-4529-A5B6-4B962CD2BDC0}" dt="2026-06-14T13:52:30.570" v="1332" actId="14100"/>
          <ac:spMkLst>
            <pc:docMk/>
            <pc:sldMk cId="0" sldId="311"/>
            <ac:spMk id="99" creationId="{ABF85E01-52EE-E558-B8BC-69056E52C245}"/>
          </ac:spMkLst>
        </pc:spChg>
        <pc:spChg chg="add mod">
          <ac:chgData name="Ash B" userId="c1ac39c97ed008d7" providerId="LiveId" clId="{30409DCD-BD50-4529-A5B6-4B962CD2BDC0}" dt="2026-06-14T14:00:37.748" v="1377" actId="1076"/>
          <ac:spMkLst>
            <pc:docMk/>
            <pc:sldMk cId="0" sldId="311"/>
            <ac:spMk id="101" creationId="{60E0BF88-4462-4BEE-9498-6EE0EA749412}"/>
          </ac:spMkLst>
        </pc:spChg>
        <pc:spChg chg="add del">
          <ac:chgData name="Ash B" userId="c1ac39c97ed008d7" providerId="LiveId" clId="{30409DCD-BD50-4529-A5B6-4B962CD2BDC0}" dt="2026-06-14T14:00:49.322" v="1379" actId="478"/>
          <ac:spMkLst>
            <pc:docMk/>
            <pc:sldMk cId="0" sldId="311"/>
            <ac:spMk id="103" creationId="{0DAB9D4F-BB0F-950A-1FD6-40855EB30B74}"/>
          </ac:spMkLst>
        </pc:spChg>
        <pc:spChg chg="add mod">
          <ac:chgData name="Ash B" userId="c1ac39c97ed008d7" providerId="LiveId" clId="{30409DCD-BD50-4529-A5B6-4B962CD2BDC0}" dt="2026-06-14T14:01:10.880" v="1383" actId="14100"/>
          <ac:spMkLst>
            <pc:docMk/>
            <pc:sldMk cId="0" sldId="311"/>
            <ac:spMk id="105" creationId="{8D1694D6-6F0A-91E4-9BA8-6B1691777B94}"/>
          </ac:spMkLst>
        </pc:spChg>
      </pc:sldChg>
      <pc:sldChg chg="addSp delSp modSp add mod">
        <pc:chgData name="Ash B" userId="c1ac39c97ed008d7" providerId="LiveId" clId="{30409DCD-BD50-4529-A5B6-4B962CD2BDC0}" dt="2026-06-14T15:12:58.057" v="1534"/>
        <pc:sldMkLst>
          <pc:docMk/>
          <pc:sldMk cId="1635428555" sldId="312"/>
        </pc:sldMkLst>
        <pc:spChg chg="mod">
          <ac:chgData name="Ash B" userId="c1ac39c97ed008d7" providerId="LiveId" clId="{30409DCD-BD50-4529-A5B6-4B962CD2BDC0}" dt="2026-06-14T15:12:27.779" v="1530" actId="20577"/>
          <ac:spMkLst>
            <pc:docMk/>
            <pc:sldMk cId="1635428555" sldId="312"/>
            <ac:spMk id="639" creationId="{00000000-0000-0000-0000-000000000000}"/>
          </ac:spMkLst>
        </pc:spChg>
        <pc:spChg chg="mod">
          <ac:chgData name="Ash B" userId="c1ac39c97ed008d7" providerId="LiveId" clId="{30409DCD-BD50-4529-A5B6-4B962CD2BDC0}" dt="2026-06-14T15:12:06.990" v="1525" actId="20577"/>
          <ac:spMkLst>
            <pc:docMk/>
            <pc:sldMk cId="1635428555" sldId="312"/>
            <ac:spMk id="642" creationId="{00000000-0000-0000-0000-000000000000}"/>
          </ac:spMkLst>
        </pc:spChg>
        <pc:spChg chg="mod">
          <ac:chgData name="Ash B" userId="c1ac39c97ed008d7" providerId="LiveId" clId="{30409DCD-BD50-4529-A5B6-4B962CD2BDC0}" dt="2026-06-14T15:11:30.569" v="1513" actId="6549"/>
          <ac:spMkLst>
            <pc:docMk/>
            <pc:sldMk cId="1635428555" sldId="312"/>
            <ac:spMk id="644" creationId="{00000000-0000-0000-0000-000000000000}"/>
          </ac:spMkLst>
        </pc:spChg>
        <pc:spChg chg="mod">
          <ac:chgData name="Ash B" userId="c1ac39c97ed008d7" providerId="LiveId" clId="{30409DCD-BD50-4529-A5B6-4B962CD2BDC0}" dt="2026-06-14T15:11:35.849" v="1514" actId="20577"/>
          <ac:spMkLst>
            <pc:docMk/>
            <pc:sldMk cId="1635428555" sldId="312"/>
            <ac:spMk id="645" creationId="{00000000-0000-0000-0000-000000000000}"/>
          </ac:spMkLst>
        </pc:spChg>
        <pc:graphicFrameChg chg="add mod">
          <ac:chgData name="Ash B" userId="c1ac39c97ed008d7" providerId="LiveId" clId="{30409DCD-BD50-4529-A5B6-4B962CD2BDC0}" dt="2026-06-14T15:12:58.057" v="1534"/>
          <ac:graphicFrameMkLst>
            <pc:docMk/>
            <pc:sldMk cId="1635428555" sldId="312"/>
            <ac:graphicFrameMk id="2" creationId="{5F874C3F-5342-4E41-3BD3-36A4DC1EA7A7}"/>
          </ac:graphicFrameMkLst>
        </pc:graphicFrameChg>
        <pc:graphicFrameChg chg="del">
          <ac:chgData name="Ash B" userId="c1ac39c97ed008d7" providerId="LiveId" clId="{30409DCD-BD50-4529-A5B6-4B962CD2BDC0}" dt="2026-06-14T15:05:15.217" v="1479" actId="478"/>
          <ac:graphicFrameMkLst>
            <pc:docMk/>
            <pc:sldMk cId="1635428555" sldId="312"/>
            <ac:graphicFrameMk id="636" creationId="{00000000-0000-0000-0000-000000000000}"/>
          </ac:graphicFrameMkLst>
        </pc:graphicFrameChg>
      </pc:sldChg>
    </pc:docChg>
  </pc:docChgLst>
  <pc:docChgLst>
    <pc:chgData name="Ash B" userId="c1ac39c97ed008d7" providerId="LiveId" clId="{6DAC150C-0B84-47FC-82EE-3FE91D626679}"/>
    <pc:docChg chg="undo custSel addSld delSld modSld">
      <pc:chgData name="Ash B" userId="c1ac39c97ed008d7" providerId="LiveId" clId="{6DAC150C-0B84-47FC-82EE-3FE91D626679}" dt="2026-06-18T09:47:49.885" v="1326" actId="20577"/>
      <pc:docMkLst>
        <pc:docMk/>
      </pc:docMkLst>
      <pc:sldChg chg="modSp mod">
        <pc:chgData name="Ash B" userId="c1ac39c97ed008d7" providerId="LiveId" clId="{6DAC150C-0B84-47FC-82EE-3FE91D626679}" dt="2026-06-16T14:31:46.915" v="1" actId="20577"/>
        <pc:sldMkLst>
          <pc:docMk/>
          <pc:sldMk cId="0" sldId="258"/>
        </pc:sldMkLst>
        <pc:spChg chg="mod">
          <ac:chgData name="Ash B" userId="c1ac39c97ed008d7" providerId="LiveId" clId="{6DAC150C-0B84-47FC-82EE-3FE91D626679}" dt="2026-06-16T14:31:46.915" v="1" actId="20577"/>
          <ac:spMkLst>
            <pc:docMk/>
            <pc:sldMk cId="0" sldId="258"/>
            <ac:spMk id="124" creationId="{00000000-0000-0000-0000-000000000000}"/>
          </ac:spMkLst>
        </pc:spChg>
      </pc:sldChg>
      <pc:sldChg chg="addSp delSp modSp mod">
        <pc:chgData name="Ash B" userId="c1ac39c97ed008d7" providerId="LiveId" clId="{6DAC150C-0B84-47FC-82EE-3FE91D626679}" dt="2026-06-17T10:11:38.227" v="829" actId="20577"/>
        <pc:sldMkLst>
          <pc:docMk/>
          <pc:sldMk cId="0" sldId="260"/>
        </pc:sldMkLst>
        <pc:spChg chg="mod">
          <ac:chgData name="Ash B" userId="c1ac39c97ed008d7" providerId="LiveId" clId="{6DAC150C-0B84-47FC-82EE-3FE91D626679}" dt="2026-06-16T14:31:57.094" v="5" actId="20577"/>
          <ac:spMkLst>
            <pc:docMk/>
            <pc:sldMk cId="0" sldId="260"/>
            <ac:spMk id="228" creationId="{00000000-0000-0000-0000-000000000000}"/>
          </ac:spMkLst>
        </pc:spChg>
        <pc:spChg chg="mod">
          <ac:chgData name="Ash B" userId="c1ac39c97ed008d7" providerId="LiveId" clId="{6DAC150C-0B84-47FC-82EE-3FE91D626679}" dt="2026-06-17T07:06:35.868" v="394" actId="20577"/>
          <ac:spMkLst>
            <pc:docMk/>
            <pc:sldMk cId="0" sldId="260"/>
            <ac:spMk id="232" creationId="{00000000-0000-0000-0000-000000000000}"/>
          </ac:spMkLst>
        </pc:spChg>
        <pc:graphicFrameChg chg="add mod modGraphic">
          <ac:chgData name="Ash B" userId="c1ac39c97ed008d7" providerId="LiveId" clId="{6DAC150C-0B84-47FC-82EE-3FE91D626679}" dt="2026-06-17T10:11:38.227" v="829" actId="20577"/>
          <ac:graphicFrameMkLst>
            <pc:docMk/>
            <pc:sldMk cId="0" sldId="260"/>
            <ac:graphicFrameMk id="3" creationId="{5BAB0D9B-8E22-AE05-63B1-CA4BDDF43B06}"/>
          </ac:graphicFrameMkLst>
        </pc:graphicFrameChg>
        <pc:graphicFrameChg chg="del">
          <ac:chgData name="Ash B" userId="c1ac39c97ed008d7" providerId="LiveId" clId="{6DAC150C-0B84-47FC-82EE-3FE91D626679}" dt="2026-06-17T07:35:20.158" v="597" actId="478"/>
          <ac:graphicFrameMkLst>
            <pc:docMk/>
            <pc:sldMk cId="0" sldId="260"/>
            <ac:graphicFrameMk id="5" creationId="{B2F76DB8-DA1F-F2EC-D32A-A38E6BEC450B}"/>
          </ac:graphicFrameMkLst>
        </pc:graphicFrameChg>
      </pc:sldChg>
      <pc:sldChg chg="modSp mod">
        <pc:chgData name="Ash B" userId="c1ac39c97ed008d7" providerId="LiveId" clId="{6DAC150C-0B84-47FC-82EE-3FE91D626679}" dt="2026-06-17T10:19:45.179" v="855" actId="255"/>
        <pc:sldMkLst>
          <pc:docMk/>
          <pc:sldMk cId="0" sldId="261"/>
        </pc:sldMkLst>
        <pc:spChg chg="mod">
          <ac:chgData name="Ash B" userId="c1ac39c97ed008d7" providerId="LiveId" clId="{6DAC150C-0B84-47FC-82EE-3FE91D626679}" dt="2026-06-17T10:19:08.955" v="850" actId="14100"/>
          <ac:spMkLst>
            <pc:docMk/>
            <pc:sldMk cId="0" sldId="261"/>
            <ac:spMk id="239" creationId="{00000000-0000-0000-0000-000000000000}"/>
          </ac:spMkLst>
        </pc:spChg>
        <pc:spChg chg="mod">
          <ac:chgData name="Ash B" userId="c1ac39c97ed008d7" providerId="LiveId" clId="{6DAC150C-0B84-47FC-82EE-3FE91D626679}" dt="2026-06-17T10:19:17.127" v="852" actId="20577"/>
          <ac:spMkLst>
            <pc:docMk/>
            <pc:sldMk cId="0" sldId="261"/>
            <ac:spMk id="241" creationId="{00000000-0000-0000-0000-000000000000}"/>
          </ac:spMkLst>
        </pc:spChg>
        <pc:spChg chg="mod">
          <ac:chgData name="Ash B" userId="c1ac39c97ed008d7" providerId="LiveId" clId="{6DAC150C-0B84-47FC-82EE-3FE91D626679}" dt="2026-06-16T14:48:18.493" v="167" actId="6549"/>
          <ac:spMkLst>
            <pc:docMk/>
            <pc:sldMk cId="0" sldId="261"/>
            <ac:spMk id="242" creationId="{00000000-0000-0000-0000-000000000000}"/>
          </ac:spMkLst>
        </pc:spChg>
        <pc:spChg chg="mod">
          <ac:chgData name="Ash B" userId="c1ac39c97ed008d7" providerId="LiveId" clId="{6DAC150C-0B84-47FC-82EE-3FE91D626679}" dt="2026-06-16T14:32:01.412" v="7" actId="20577"/>
          <ac:spMkLst>
            <pc:docMk/>
            <pc:sldMk cId="0" sldId="261"/>
            <ac:spMk id="243" creationId="{00000000-0000-0000-0000-000000000000}"/>
          </ac:spMkLst>
        </pc:spChg>
        <pc:spChg chg="mod">
          <ac:chgData name="Ash B" userId="c1ac39c97ed008d7" providerId="LiveId" clId="{6DAC150C-0B84-47FC-82EE-3FE91D626679}" dt="2026-06-17T10:19:01.567" v="849" actId="255"/>
          <ac:spMkLst>
            <pc:docMk/>
            <pc:sldMk cId="0" sldId="261"/>
            <ac:spMk id="244" creationId="{00000000-0000-0000-0000-000000000000}"/>
          </ac:spMkLst>
        </pc:spChg>
        <pc:spChg chg="mod">
          <ac:chgData name="Ash B" userId="c1ac39c97ed008d7" providerId="LiveId" clId="{6DAC150C-0B84-47FC-82EE-3FE91D626679}" dt="2026-06-17T10:19:32.487" v="853" actId="255"/>
          <ac:spMkLst>
            <pc:docMk/>
            <pc:sldMk cId="0" sldId="261"/>
            <ac:spMk id="246" creationId="{00000000-0000-0000-0000-000000000000}"/>
          </ac:spMkLst>
        </pc:spChg>
        <pc:spChg chg="mod">
          <ac:chgData name="Ash B" userId="c1ac39c97ed008d7" providerId="LiveId" clId="{6DAC150C-0B84-47FC-82EE-3FE91D626679}" dt="2026-06-17T10:19:39.194" v="854" actId="255"/>
          <ac:spMkLst>
            <pc:docMk/>
            <pc:sldMk cId="0" sldId="261"/>
            <ac:spMk id="248" creationId="{00000000-0000-0000-0000-000000000000}"/>
          </ac:spMkLst>
        </pc:spChg>
        <pc:spChg chg="mod">
          <ac:chgData name="Ash B" userId="c1ac39c97ed008d7" providerId="LiveId" clId="{6DAC150C-0B84-47FC-82EE-3FE91D626679}" dt="2026-06-17T10:19:45.179" v="855" actId="255"/>
          <ac:spMkLst>
            <pc:docMk/>
            <pc:sldMk cId="0" sldId="261"/>
            <ac:spMk id="250" creationId="{00000000-0000-0000-0000-000000000000}"/>
          </ac:spMkLst>
        </pc:spChg>
      </pc:sldChg>
      <pc:sldChg chg="addSp delSp modSp mod">
        <pc:chgData name="Ash B" userId="c1ac39c97ed008d7" providerId="LiveId" clId="{6DAC150C-0B84-47FC-82EE-3FE91D626679}" dt="2026-06-18T09:01:52.102" v="1292" actId="20577"/>
        <pc:sldMkLst>
          <pc:docMk/>
          <pc:sldMk cId="0" sldId="262"/>
        </pc:sldMkLst>
        <pc:spChg chg="mod">
          <ac:chgData name="Ash B" userId="c1ac39c97ed008d7" providerId="LiveId" clId="{6DAC150C-0B84-47FC-82EE-3FE91D626679}" dt="2026-06-17T10:13:58.251" v="837" actId="14100"/>
          <ac:spMkLst>
            <pc:docMk/>
            <pc:sldMk cId="0" sldId="262"/>
            <ac:spMk id="6" creationId="{372852AD-BDBB-41E0-90E2-0B01278D347B}"/>
          </ac:spMkLst>
        </pc:spChg>
        <pc:spChg chg="mod">
          <ac:chgData name="Ash B" userId="c1ac39c97ed008d7" providerId="LiveId" clId="{6DAC150C-0B84-47FC-82EE-3FE91D626679}" dt="2026-06-17T07:14:47.009" v="554" actId="14100"/>
          <ac:spMkLst>
            <pc:docMk/>
            <pc:sldMk cId="0" sldId="262"/>
            <ac:spMk id="257" creationId="{00000000-0000-0000-0000-000000000000}"/>
          </ac:spMkLst>
        </pc:spChg>
        <pc:spChg chg="mod">
          <ac:chgData name="Ash B" userId="c1ac39c97ed008d7" providerId="LiveId" clId="{6DAC150C-0B84-47FC-82EE-3FE91D626679}" dt="2026-06-18T09:01:52.102" v="1292" actId="20577"/>
          <ac:spMkLst>
            <pc:docMk/>
            <pc:sldMk cId="0" sldId="262"/>
            <ac:spMk id="258" creationId="{00000000-0000-0000-0000-000000000000}"/>
          </ac:spMkLst>
        </pc:spChg>
        <pc:spChg chg="mod">
          <ac:chgData name="Ash B" userId="c1ac39c97ed008d7" providerId="LiveId" clId="{6DAC150C-0B84-47FC-82EE-3FE91D626679}" dt="2026-06-17T07:07:55.984" v="403" actId="1076"/>
          <ac:spMkLst>
            <pc:docMk/>
            <pc:sldMk cId="0" sldId="262"/>
            <ac:spMk id="259" creationId="{00000000-0000-0000-0000-000000000000}"/>
          </ac:spMkLst>
        </pc:spChg>
        <pc:spChg chg="mod">
          <ac:chgData name="Ash B" userId="c1ac39c97ed008d7" providerId="LiveId" clId="{6DAC150C-0B84-47FC-82EE-3FE91D626679}" dt="2026-06-17T10:17:05.589" v="842" actId="14100"/>
          <ac:spMkLst>
            <pc:docMk/>
            <pc:sldMk cId="0" sldId="262"/>
            <ac:spMk id="260" creationId="{00000000-0000-0000-0000-000000000000}"/>
          </ac:spMkLst>
        </pc:spChg>
        <pc:spChg chg="mod">
          <ac:chgData name="Ash B" userId="c1ac39c97ed008d7" providerId="LiveId" clId="{6DAC150C-0B84-47FC-82EE-3FE91D626679}" dt="2026-06-17T10:17:02.848" v="841" actId="14100"/>
          <ac:spMkLst>
            <pc:docMk/>
            <pc:sldMk cId="0" sldId="262"/>
            <ac:spMk id="261" creationId="{00000000-0000-0000-0000-000000000000}"/>
          </ac:spMkLst>
        </pc:spChg>
        <pc:spChg chg="mod">
          <ac:chgData name="Ash B" userId="c1ac39c97ed008d7" providerId="LiveId" clId="{6DAC150C-0B84-47FC-82EE-3FE91D626679}" dt="2026-06-18T06:45:07.447" v="1098" actId="12"/>
          <ac:spMkLst>
            <pc:docMk/>
            <pc:sldMk cId="0" sldId="262"/>
            <ac:spMk id="262" creationId="{00000000-0000-0000-0000-000000000000}"/>
          </ac:spMkLst>
        </pc:spChg>
        <pc:spChg chg="mod">
          <ac:chgData name="Ash B" userId="c1ac39c97ed008d7" providerId="LiveId" clId="{6DAC150C-0B84-47FC-82EE-3FE91D626679}" dt="2026-06-17T10:20:16.236" v="858" actId="14100"/>
          <ac:spMkLst>
            <pc:docMk/>
            <pc:sldMk cId="0" sldId="262"/>
            <ac:spMk id="263" creationId="{00000000-0000-0000-0000-000000000000}"/>
          </ac:spMkLst>
        </pc:spChg>
        <pc:spChg chg="mod">
          <ac:chgData name="Ash B" userId="c1ac39c97ed008d7" providerId="LiveId" clId="{6DAC150C-0B84-47FC-82EE-3FE91D626679}" dt="2026-06-16T14:32:09.210" v="9" actId="20577"/>
          <ac:spMkLst>
            <pc:docMk/>
            <pc:sldMk cId="0" sldId="262"/>
            <ac:spMk id="264" creationId="{00000000-0000-0000-0000-000000000000}"/>
          </ac:spMkLst>
        </pc:spChg>
        <pc:grpChg chg="mod">
          <ac:chgData name="Ash B" userId="c1ac39c97ed008d7" providerId="LiveId" clId="{6DAC150C-0B84-47FC-82EE-3FE91D626679}" dt="2026-06-17T07:08:00.490" v="404" actId="1076"/>
          <ac:grpSpMkLst>
            <pc:docMk/>
            <pc:sldMk cId="0" sldId="262"/>
            <ac:grpSpMk id="256" creationId="{00000000-0000-0000-0000-000000000000}"/>
          </ac:grpSpMkLst>
        </pc:grpChg>
        <pc:graphicFrameChg chg="add mod modGraphic">
          <ac:chgData name="Ash B" userId="c1ac39c97ed008d7" providerId="LiveId" clId="{6DAC150C-0B84-47FC-82EE-3FE91D626679}" dt="2026-06-17T10:14:01.495" v="838" actId="14100"/>
          <ac:graphicFrameMkLst>
            <pc:docMk/>
            <pc:sldMk cId="0" sldId="262"/>
            <ac:graphicFrameMk id="2" creationId="{75FD9A39-E8EB-7FB3-556F-27DC9F61AC7E}"/>
          </ac:graphicFrameMkLst>
        </pc:graphicFrameChg>
        <pc:graphicFrameChg chg="del mod modGraphic">
          <ac:chgData name="Ash B" userId="c1ac39c97ed008d7" providerId="LiveId" clId="{6DAC150C-0B84-47FC-82EE-3FE91D626679}" dt="2026-06-17T07:40:20.467" v="613" actId="478"/>
          <ac:graphicFrameMkLst>
            <pc:docMk/>
            <pc:sldMk cId="0" sldId="262"/>
            <ac:graphicFrameMk id="7" creationId="{00000000-0000-0000-0000-000000000000}"/>
          </ac:graphicFrameMkLst>
        </pc:graphicFrameChg>
      </pc:sldChg>
      <pc:sldChg chg="modSp mod">
        <pc:chgData name="Ash B" userId="c1ac39c97ed008d7" providerId="LiveId" clId="{6DAC150C-0B84-47FC-82EE-3FE91D626679}" dt="2026-06-16T14:32:16.041" v="10" actId="1076"/>
        <pc:sldMkLst>
          <pc:docMk/>
          <pc:sldMk cId="0" sldId="263"/>
        </pc:sldMkLst>
        <pc:spChg chg="mod">
          <ac:chgData name="Ash B" userId="c1ac39c97ed008d7" providerId="LiveId" clId="{6DAC150C-0B84-47FC-82EE-3FE91D626679}" dt="2026-06-16T14:32:16.041" v="10" actId="1076"/>
          <ac:spMkLst>
            <pc:docMk/>
            <pc:sldMk cId="0" sldId="263"/>
            <ac:spMk id="276" creationId="{00000000-0000-0000-0000-000000000000}"/>
          </ac:spMkLst>
        </pc:spChg>
      </pc:sldChg>
      <pc:sldChg chg="mod modShow">
        <pc:chgData name="Ash B" userId="c1ac39c97ed008d7" providerId="LiveId" clId="{6DAC150C-0B84-47FC-82EE-3FE91D626679}" dt="2026-06-16T14:32:31.781" v="11" actId="729"/>
        <pc:sldMkLst>
          <pc:docMk/>
          <pc:sldMk cId="0" sldId="264"/>
        </pc:sldMkLst>
      </pc:sldChg>
      <pc:sldChg chg="modSp mod">
        <pc:chgData name="Ash B" userId="c1ac39c97ed008d7" providerId="LiveId" clId="{6DAC150C-0B84-47FC-82EE-3FE91D626679}" dt="2026-06-16T14:32:55.019" v="16" actId="20577"/>
        <pc:sldMkLst>
          <pc:docMk/>
          <pc:sldMk cId="0" sldId="265"/>
        </pc:sldMkLst>
        <pc:spChg chg="mod">
          <ac:chgData name="Ash B" userId="c1ac39c97ed008d7" providerId="LiveId" clId="{6DAC150C-0B84-47FC-82EE-3FE91D626679}" dt="2026-06-16T14:32:55.019" v="16" actId="20577"/>
          <ac:spMkLst>
            <pc:docMk/>
            <pc:sldMk cId="0" sldId="265"/>
            <ac:spMk id="328" creationId="{00000000-0000-0000-0000-000000000000}"/>
          </ac:spMkLst>
        </pc:spChg>
      </pc:sldChg>
      <pc:sldChg chg="modSp mod">
        <pc:chgData name="Ash B" userId="c1ac39c97ed008d7" providerId="LiveId" clId="{6DAC150C-0B84-47FC-82EE-3FE91D626679}" dt="2026-06-16T15:57:10.920" v="292" actId="20577"/>
        <pc:sldMkLst>
          <pc:docMk/>
          <pc:sldMk cId="0" sldId="266"/>
        </pc:sldMkLst>
        <pc:spChg chg="mod">
          <ac:chgData name="Ash B" userId="c1ac39c97ed008d7" providerId="LiveId" clId="{6DAC150C-0B84-47FC-82EE-3FE91D626679}" dt="2026-06-16T15:57:10.920" v="292" actId="20577"/>
          <ac:spMkLst>
            <pc:docMk/>
            <pc:sldMk cId="0" sldId="266"/>
            <ac:spMk id="334" creationId="{00000000-0000-0000-0000-000000000000}"/>
          </ac:spMkLst>
        </pc:spChg>
        <pc:spChg chg="mod">
          <ac:chgData name="Ash B" userId="c1ac39c97ed008d7" providerId="LiveId" clId="{6DAC150C-0B84-47FC-82EE-3FE91D626679}" dt="2026-06-16T14:32:59.929" v="18" actId="20577"/>
          <ac:spMkLst>
            <pc:docMk/>
            <pc:sldMk cId="0" sldId="266"/>
            <ac:spMk id="335" creationId="{00000000-0000-0000-0000-000000000000}"/>
          </ac:spMkLst>
        </pc:spChg>
      </pc:sldChg>
      <pc:sldChg chg="mod modShow">
        <pc:chgData name="Ash B" userId="c1ac39c97ed008d7" providerId="LiveId" clId="{6DAC150C-0B84-47FC-82EE-3FE91D626679}" dt="2026-06-16T14:33:04.210" v="19" actId="729"/>
        <pc:sldMkLst>
          <pc:docMk/>
          <pc:sldMk cId="0" sldId="267"/>
        </pc:sldMkLst>
      </pc:sldChg>
      <pc:sldChg chg="modSp mod">
        <pc:chgData name="Ash B" userId="c1ac39c97ed008d7" providerId="LiveId" clId="{6DAC150C-0B84-47FC-82EE-3FE91D626679}" dt="2026-06-16T14:33:22.939" v="25" actId="20577"/>
        <pc:sldMkLst>
          <pc:docMk/>
          <pc:sldMk cId="0" sldId="268"/>
        </pc:sldMkLst>
        <pc:spChg chg="mod">
          <ac:chgData name="Ash B" userId="c1ac39c97ed008d7" providerId="LiveId" clId="{6DAC150C-0B84-47FC-82EE-3FE91D626679}" dt="2026-06-16T14:33:22.939" v="25" actId="20577"/>
          <ac:spMkLst>
            <pc:docMk/>
            <pc:sldMk cId="0" sldId="268"/>
            <ac:spMk id="351" creationId="{00000000-0000-0000-0000-000000000000}"/>
          </ac:spMkLst>
        </pc:spChg>
      </pc:sldChg>
      <pc:sldChg chg="delSp modSp mod">
        <pc:chgData name="Ash B" userId="c1ac39c97ed008d7" providerId="LiveId" clId="{6DAC150C-0B84-47FC-82EE-3FE91D626679}" dt="2026-06-16T14:33:30.361" v="28" actId="478"/>
        <pc:sldMkLst>
          <pc:docMk/>
          <pc:sldMk cId="0" sldId="269"/>
        </pc:sldMkLst>
        <pc:spChg chg="del mod">
          <ac:chgData name="Ash B" userId="c1ac39c97ed008d7" providerId="LiveId" clId="{6DAC150C-0B84-47FC-82EE-3FE91D626679}" dt="2026-06-16T14:33:30.361" v="28" actId="478"/>
          <ac:spMkLst>
            <pc:docMk/>
            <pc:sldMk cId="0" sldId="269"/>
            <ac:spMk id="362" creationId="{00000000-0000-0000-0000-000000000000}"/>
          </ac:spMkLst>
        </pc:spChg>
      </pc:sldChg>
      <pc:sldChg chg="modSp mod">
        <pc:chgData name="Ash B" userId="c1ac39c97ed008d7" providerId="LiveId" clId="{6DAC150C-0B84-47FC-82EE-3FE91D626679}" dt="2026-06-16T14:33:34.602" v="30" actId="20577"/>
        <pc:sldMkLst>
          <pc:docMk/>
          <pc:sldMk cId="0" sldId="270"/>
        </pc:sldMkLst>
        <pc:spChg chg="mod">
          <ac:chgData name="Ash B" userId="c1ac39c97ed008d7" providerId="LiveId" clId="{6DAC150C-0B84-47FC-82EE-3FE91D626679}" dt="2026-06-16T14:33:34.602" v="30" actId="20577"/>
          <ac:spMkLst>
            <pc:docMk/>
            <pc:sldMk cId="0" sldId="270"/>
            <ac:spMk id="372" creationId="{00000000-0000-0000-0000-000000000000}"/>
          </ac:spMkLst>
        </pc:spChg>
      </pc:sldChg>
      <pc:sldChg chg="delSp modSp mod">
        <pc:chgData name="Ash B" userId="c1ac39c97ed008d7" providerId="LiveId" clId="{6DAC150C-0B84-47FC-82EE-3FE91D626679}" dt="2026-06-16T14:33:47.611" v="34" actId="478"/>
        <pc:sldMkLst>
          <pc:docMk/>
          <pc:sldMk cId="0" sldId="271"/>
        </pc:sldMkLst>
        <pc:spChg chg="del mod">
          <ac:chgData name="Ash B" userId="c1ac39c97ed008d7" providerId="LiveId" clId="{6DAC150C-0B84-47FC-82EE-3FE91D626679}" dt="2026-06-16T14:33:47.611" v="34" actId="478"/>
          <ac:spMkLst>
            <pc:docMk/>
            <pc:sldMk cId="0" sldId="271"/>
            <ac:spMk id="381" creationId="{00000000-0000-0000-0000-000000000000}"/>
          </ac:spMkLst>
        </pc:spChg>
      </pc:sldChg>
      <pc:sldChg chg="modSp mod">
        <pc:chgData name="Ash B" userId="c1ac39c97ed008d7" providerId="LiveId" clId="{6DAC150C-0B84-47FC-82EE-3FE91D626679}" dt="2026-06-16T14:33:51.621" v="36" actId="20577"/>
        <pc:sldMkLst>
          <pc:docMk/>
          <pc:sldMk cId="0" sldId="272"/>
        </pc:sldMkLst>
        <pc:spChg chg="mod">
          <ac:chgData name="Ash B" userId="c1ac39c97ed008d7" providerId="LiveId" clId="{6DAC150C-0B84-47FC-82EE-3FE91D626679}" dt="2026-06-16T14:33:51.621" v="36" actId="20577"/>
          <ac:spMkLst>
            <pc:docMk/>
            <pc:sldMk cId="0" sldId="272"/>
            <ac:spMk id="388" creationId="{00000000-0000-0000-0000-000000000000}"/>
          </ac:spMkLst>
        </pc:spChg>
      </pc:sldChg>
      <pc:sldChg chg="addSp delSp modSp mod">
        <pc:chgData name="Ash B" userId="c1ac39c97ed008d7" providerId="LiveId" clId="{6DAC150C-0B84-47FC-82EE-3FE91D626679}" dt="2026-06-17T06:56:58.102" v="369" actId="478"/>
        <pc:sldMkLst>
          <pc:docMk/>
          <pc:sldMk cId="0" sldId="273"/>
        </pc:sldMkLst>
        <pc:spChg chg="mod">
          <ac:chgData name="Ash B" userId="c1ac39c97ed008d7" providerId="LiveId" clId="{6DAC150C-0B84-47FC-82EE-3FE91D626679}" dt="2026-06-16T14:33:58.583" v="38" actId="20577"/>
          <ac:spMkLst>
            <pc:docMk/>
            <pc:sldMk cId="0" sldId="273"/>
            <ac:spMk id="407" creationId="{00000000-0000-0000-0000-000000000000}"/>
          </ac:spMkLst>
        </pc:spChg>
        <pc:spChg chg="del">
          <ac:chgData name="Ash B" userId="c1ac39c97ed008d7" providerId="LiveId" clId="{6DAC150C-0B84-47FC-82EE-3FE91D626679}" dt="2026-06-17T06:56:58.102" v="369" actId="478"/>
          <ac:spMkLst>
            <pc:docMk/>
            <pc:sldMk cId="0" sldId="273"/>
            <ac:spMk id="416" creationId="{00000000-0000-0000-0000-000000000000}"/>
          </ac:spMkLst>
        </pc:spChg>
        <pc:picChg chg="del">
          <ac:chgData name="Ash B" userId="c1ac39c97ed008d7" providerId="LiveId" clId="{6DAC150C-0B84-47FC-82EE-3FE91D626679}" dt="2026-06-17T06:56:45.420" v="364" actId="478"/>
          <ac:picMkLst>
            <pc:docMk/>
            <pc:sldMk cId="0" sldId="273"/>
            <ac:picMk id="417" creationId="{00000000-0000-0000-0000-000000000000}"/>
          </ac:picMkLst>
        </pc:picChg>
        <pc:picChg chg="add mod">
          <ac:chgData name="Ash B" userId="c1ac39c97ed008d7" providerId="LiveId" clId="{6DAC150C-0B84-47FC-82EE-3FE91D626679}" dt="2026-06-17T06:56:55.154" v="368" actId="14100"/>
          <ac:picMkLst>
            <pc:docMk/>
            <pc:sldMk cId="0" sldId="273"/>
            <ac:picMk id="1026" creationId="{21BAD414-7453-9354-E545-F4C0799E61A6}"/>
          </ac:picMkLst>
        </pc:picChg>
      </pc:sldChg>
      <pc:sldChg chg="modSp mod">
        <pc:chgData name="Ash B" userId="c1ac39c97ed008d7" providerId="LiveId" clId="{6DAC150C-0B84-47FC-82EE-3FE91D626679}" dt="2026-06-16T16:35:46.176" v="293" actId="6549"/>
        <pc:sldMkLst>
          <pc:docMk/>
          <pc:sldMk cId="0" sldId="274"/>
        </pc:sldMkLst>
        <pc:spChg chg="mod">
          <ac:chgData name="Ash B" userId="c1ac39c97ed008d7" providerId="LiveId" clId="{6DAC150C-0B84-47FC-82EE-3FE91D626679}" dt="2026-06-16T16:35:46.176" v="293" actId="6549"/>
          <ac:spMkLst>
            <pc:docMk/>
            <pc:sldMk cId="0" sldId="274"/>
            <ac:spMk id="423" creationId="{00000000-0000-0000-0000-000000000000}"/>
          </ac:spMkLst>
        </pc:spChg>
        <pc:spChg chg="mod">
          <ac:chgData name="Ash B" userId="c1ac39c97ed008d7" providerId="LiveId" clId="{6DAC150C-0B84-47FC-82EE-3FE91D626679}" dt="2026-06-16T14:34:04.843" v="40" actId="20577"/>
          <ac:spMkLst>
            <pc:docMk/>
            <pc:sldMk cId="0" sldId="274"/>
            <ac:spMk id="424" creationId="{00000000-0000-0000-0000-000000000000}"/>
          </ac:spMkLst>
        </pc:spChg>
      </pc:sldChg>
      <pc:sldChg chg="modSp mod">
        <pc:chgData name="Ash B" userId="c1ac39c97ed008d7" providerId="LiveId" clId="{6DAC150C-0B84-47FC-82EE-3FE91D626679}" dt="2026-06-16T14:34:11.267" v="42" actId="20577"/>
        <pc:sldMkLst>
          <pc:docMk/>
          <pc:sldMk cId="0" sldId="275"/>
        </pc:sldMkLst>
        <pc:spChg chg="mod">
          <ac:chgData name="Ash B" userId="c1ac39c97ed008d7" providerId="LiveId" clId="{6DAC150C-0B84-47FC-82EE-3FE91D626679}" dt="2026-06-16T14:34:11.267" v="42" actId="20577"/>
          <ac:spMkLst>
            <pc:docMk/>
            <pc:sldMk cId="0" sldId="275"/>
            <ac:spMk id="432" creationId="{00000000-0000-0000-0000-000000000000}"/>
          </ac:spMkLst>
        </pc:spChg>
      </pc:sldChg>
      <pc:sldChg chg="modSp mod">
        <pc:chgData name="Ash B" userId="c1ac39c97ed008d7" providerId="LiveId" clId="{6DAC150C-0B84-47FC-82EE-3FE91D626679}" dt="2026-06-16T14:34:15.962" v="44" actId="20577"/>
        <pc:sldMkLst>
          <pc:docMk/>
          <pc:sldMk cId="0" sldId="276"/>
        </pc:sldMkLst>
        <pc:spChg chg="mod">
          <ac:chgData name="Ash B" userId="c1ac39c97ed008d7" providerId="LiveId" clId="{6DAC150C-0B84-47FC-82EE-3FE91D626679}" dt="2026-06-16T14:34:15.962" v="44" actId="20577"/>
          <ac:spMkLst>
            <pc:docMk/>
            <pc:sldMk cId="0" sldId="276"/>
            <ac:spMk id="443" creationId="{00000000-0000-0000-0000-000000000000}"/>
          </ac:spMkLst>
        </pc:spChg>
      </pc:sldChg>
      <pc:sldChg chg="modSp mod">
        <pc:chgData name="Ash B" userId="c1ac39c97ed008d7" providerId="LiveId" clId="{6DAC150C-0B84-47FC-82EE-3FE91D626679}" dt="2026-06-16T14:34:55.811" v="54" actId="20577"/>
        <pc:sldMkLst>
          <pc:docMk/>
          <pc:sldMk cId="0" sldId="277"/>
        </pc:sldMkLst>
        <pc:spChg chg="mod">
          <ac:chgData name="Ash B" userId="c1ac39c97ed008d7" providerId="LiveId" clId="{6DAC150C-0B84-47FC-82EE-3FE91D626679}" dt="2026-06-16T14:34:38.166" v="48" actId="1076"/>
          <ac:spMkLst>
            <pc:docMk/>
            <pc:sldMk cId="0" sldId="277"/>
            <ac:spMk id="2" creationId="{F6935AD9-22A8-DF75-F1CB-916275BF0093}"/>
          </ac:spMkLst>
        </pc:spChg>
        <pc:spChg chg="mod">
          <ac:chgData name="Ash B" userId="c1ac39c97ed008d7" providerId="LiveId" clId="{6DAC150C-0B84-47FC-82EE-3FE91D626679}" dt="2026-06-16T14:34:33.678" v="47" actId="6549"/>
          <ac:spMkLst>
            <pc:docMk/>
            <pc:sldMk cId="0" sldId="277"/>
            <ac:spMk id="450" creationId="{00000000-0000-0000-0000-000000000000}"/>
          </ac:spMkLst>
        </pc:spChg>
        <pc:spChg chg="mod">
          <ac:chgData name="Ash B" userId="c1ac39c97ed008d7" providerId="LiveId" clId="{6DAC150C-0B84-47FC-82EE-3FE91D626679}" dt="2026-06-16T14:34:23.131" v="46" actId="20577"/>
          <ac:spMkLst>
            <pc:docMk/>
            <pc:sldMk cId="0" sldId="277"/>
            <ac:spMk id="451" creationId="{00000000-0000-0000-0000-000000000000}"/>
          </ac:spMkLst>
        </pc:spChg>
        <pc:graphicFrameChg chg="mod">
          <ac:chgData name="Ash B" userId="c1ac39c97ed008d7" providerId="LiveId" clId="{6DAC150C-0B84-47FC-82EE-3FE91D626679}" dt="2026-06-16T14:34:55.811" v="54" actId="20577"/>
          <ac:graphicFrameMkLst>
            <pc:docMk/>
            <pc:sldMk cId="0" sldId="277"/>
            <ac:graphicFrameMk id="3" creationId="{00000000-0008-0000-0300-000005000000}"/>
          </ac:graphicFrameMkLst>
        </pc:graphicFrameChg>
      </pc:sldChg>
      <pc:sldChg chg="mod modShow">
        <pc:chgData name="Ash B" userId="c1ac39c97ed008d7" providerId="LiveId" clId="{6DAC150C-0B84-47FC-82EE-3FE91D626679}" dt="2026-06-16T14:35:05.407" v="55" actId="729"/>
        <pc:sldMkLst>
          <pc:docMk/>
          <pc:sldMk cId="0" sldId="278"/>
        </pc:sldMkLst>
      </pc:sldChg>
      <pc:sldChg chg="delSp modSp mod">
        <pc:chgData name="Ash B" userId="c1ac39c97ed008d7" providerId="LiveId" clId="{6DAC150C-0B84-47FC-82EE-3FE91D626679}" dt="2026-06-17T04:54:56.131" v="357" actId="478"/>
        <pc:sldMkLst>
          <pc:docMk/>
          <pc:sldMk cId="0" sldId="279"/>
        </pc:sldMkLst>
        <pc:spChg chg="mod">
          <ac:chgData name="Ash B" userId="c1ac39c97ed008d7" providerId="LiveId" clId="{6DAC150C-0B84-47FC-82EE-3FE91D626679}" dt="2026-06-16T14:35:16.603" v="57" actId="20577"/>
          <ac:spMkLst>
            <pc:docMk/>
            <pc:sldMk cId="0" sldId="279"/>
            <ac:spMk id="472" creationId="{00000000-0000-0000-0000-000000000000}"/>
          </ac:spMkLst>
        </pc:spChg>
        <pc:grpChg chg="del mod">
          <ac:chgData name="Ash B" userId="c1ac39c97ed008d7" providerId="LiveId" clId="{6DAC150C-0B84-47FC-82EE-3FE91D626679}" dt="2026-06-17T04:54:56.131" v="357" actId="478"/>
          <ac:grpSpMkLst>
            <pc:docMk/>
            <pc:sldMk cId="0" sldId="279"/>
            <ac:grpSpMk id="467" creationId="{00000000-0000-0000-0000-000000000000}"/>
          </ac:grpSpMkLst>
        </pc:grpChg>
      </pc:sldChg>
      <pc:sldChg chg="delSp mod">
        <pc:chgData name="Ash B" userId="c1ac39c97ed008d7" providerId="LiveId" clId="{6DAC150C-0B84-47FC-82EE-3FE91D626679}" dt="2026-06-16T14:35:21.490" v="58" actId="478"/>
        <pc:sldMkLst>
          <pc:docMk/>
          <pc:sldMk cId="0" sldId="280"/>
        </pc:sldMkLst>
        <pc:spChg chg="del">
          <ac:chgData name="Ash B" userId="c1ac39c97ed008d7" providerId="LiveId" clId="{6DAC150C-0B84-47FC-82EE-3FE91D626679}" dt="2026-06-16T14:35:21.490" v="58" actId="478"/>
          <ac:spMkLst>
            <pc:docMk/>
            <pc:sldMk cId="0" sldId="280"/>
            <ac:spMk id="483" creationId="{00000000-0000-0000-0000-000000000000}"/>
          </ac:spMkLst>
        </pc:spChg>
      </pc:sldChg>
      <pc:sldChg chg="modSp mod">
        <pc:chgData name="Ash B" userId="c1ac39c97ed008d7" providerId="LiveId" clId="{6DAC150C-0B84-47FC-82EE-3FE91D626679}" dt="2026-06-17T10:21:52.610" v="860" actId="14100"/>
        <pc:sldMkLst>
          <pc:docMk/>
          <pc:sldMk cId="0" sldId="281"/>
        </pc:sldMkLst>
        <pc:spChg chg="mod">
          <ac:chgData name="Ash B" userId="c1ac39c97ed008d7" providerId="LiveId" clId="{6DAC150C-0B84-47FC-82EE-3FE91D626679}" dt="2026-06-17T04:46:14.290" v="327" actId="20577"/>
          <ac:spMkLst>
            <pc:docMk/>
            <pc:sldMk cId="0" sldId="281"/>
            <ac:spMk id="3" creationId="{DD0ADA11-55AE-0CC7-E79B-666144CA9ED6}"/>
          </ac:spMkLst>
        </pc:spChg>
        <pc:spChg chg="mod">
          <ac:chgData name="Ash B" userId="c1ac39c97ed008d7" providerId="LiveId" clId="{6DAC150C-0B84-47FC-82EE-3FE91D626679}" dt="2026-06-17T04:46:10.219" v="321" actId="20577"/>
          <ac:spMkLst>
            <pc:docMk/>
            <pc:sldMk cId="0" sldId="281"/>
            <ac:spMk id="4" creationId="{C3AA634F-1110-3F17-3C40-6E654BFC40D5}"/>
          </ac:spMkLst>
        </pc:spChg>
        <pc:spChg chg="mod">
          <ac:chgData name="Ash B" userId="c1ac39c97ed008d7" providerId="LiveId" clId="{6DAC150C-0B84-47FC-82EE-3FE91D626679}" dt="2026-06-17T04:46:05.434" v="317" actId="20577"/>
          <ac:spMkLst>
            <pc:docMk/>
            <pc:sldMk cId="0" sldId="281"/>
            <ac:spMk id="5" creationId="{233B0F28-6DBA-FCAA-E08A-1497357567E6}"/>
          </ac:spMkLst>
        </pc:spChg>
        <pc:spChg chg="mod">
          <ac:chgData name="Ash B" userId="c1ac39c97ed008d7" providerId="LiveId" clId="{6DAC150C-0B84-47FC-82EE-3FE91D626679}" dt="2026-06-17T04:45:58.586" v="313" actId="20577"/>
          <ac:spMkLst>
            <pc:docMk/>
            <pc:sldMk cId="0" sldId="281"/>
            <ac:spMk id="6" creationId="{B31D37D2-E6A4-BFF6-6348-1B6490E9F06B}"/>
          </ac:spMkLst>
        </pc:spChg>
        <pc:spChg chg="mod">
          <ac:chgData name="Ash B" userId="c1ac39c97ed008d7" providerId="LiveId" clId="{6DAC150C-0B84-47FC-82EE-3FE91D626679}" dt="2026-06-17T04:45:49.919" v="309" actId="20577"/>
          <ac:spMkLst>
            <pc:docMk/>
            <pc:sldMk cId="0" sldId="281"/>
            <ac:spMk id="7" creationId="{81C036AA-B66B-C047-3BDE-BFB57F9E4C9C}"/>
          </ac:spMkLst>
        </pc:spChg>
        <pc:spChg chg="mod">
          <ac:chgData name="Ash B" userId="c1ac39c97ed008d7" providerId="LiveId" clId="{6DAC150C-0B84-47FC-82EE-3FE91D626679}" dt="2026-06-17T04:45:43.906" v="303" actId="20577"/>
          <ac:spMkLst>
            <pc:docMk/>
            <pc:sldMk cId="0" sldId="281"/>
            <ac:spMk id="8" creationId="{2B58E971-1131-6975-D0F5-A8E71D3A61BA}"/>
          </ac:spMkLst>
        </pc:spChg>
        <pc:spChg chg="mod">
          <ac:chgData name="Ash B" userId="c1ac39c97ed008d7" providerId="LiveId" clId="{6DAC150C-0B84-47FC-82EE-3FE91D626679}" dt="2026-06-17T04:45:37.939" v="300" actId="20577"/>
          <ac:spMkLst>
            <pc:docMk/>
            <pc:sldMk cId="0" sldId="281"/>
            <ac:spMk id="13" creationId="{09558FA7-B448-CBC0-7785-C641E61CC8A3}"/>
          </ac:spMkLst>
        </pc:spChg>
        <pc:spChg chg="mod">
          <ac:chgData name="Ash B" userId="c1ac39c97ed008d7" providerId="LiveId" clId="{6DAC150C-0B84-47FC-82EE-3FE91D626679}" dt="2026-06-17T10:21:52.610" v="860" actId="14100"/>
          <ac:spMkLst>
            <pc:docMk/>
            <pc:sldMk cId="0" sldId="281"/>
            <ac:spMk id="490" creationId="{00000000-0000-0000-0000-000000000000}"/>
          </ac:spMkLst>
        </pc:spChg>
        <pc:spChg chg="mod">
          <ac:chgData name="Ash B" userId="c1ac39c97ed008d7" providerId="LiveId" clId="{6DAC150C-0B84-47FC-82EE-3FE91D626679}" dt="2026-06-16T14:35:25.042" v="60" actId="20577"/>
          <ac:spMkLst>
            <pc:docMk/>
            <pc:sldMk cId="0" sldId="281"/>
            <ac:spMk id="506" creationId="{00000000-0000-0000-0000-000000000000}"/>
          </ac:spMkLst>
        </pc:spChg>
      </pc:sldChg>
      <pc:sldChg chg="modSp mod">
        <pc:chgData name="Ash B" userId="c1ac39c97ed008d7" providerId="LiveId" clId="{6DAC150C-0B84-47FC-82EE-3FE91D626679}" dt="2026-06-17T10:42:20.843" v="875" actId="6549"/>
        <pc:sldMkLst>
          <pc:docMk/>
          <pc:sldMk cId="0" sldId="282"/>
        </pc:sldMkLst>
        <pc:spChg chg="mod">
          <ac:chgData name="Ash B" userId="c1ac39c97ed008d7" providerId="LiveId" clId="{6DAC150C-0B84-47FC-82EE-3FE91D626679}" dt="2026-06-17T10:42:20.843" v="875" actId="6549"/>
          <ac:spMkLst>
            <pc:docMk/>
            <pc:sldMk cId="0" sldId="282"/>
            <ac:spMk id="514" creationId="{00000000-0000-0000-0000-000000000000}"/>
          </ac:spMkLst>
        </pc:spChg>
        <pc:spChg chg="mod">
          <ac:chgData name="Ash B" userId="c1ac39c97ed008d7" providerId="LiveId" clId="{6DAC150C-0B84-47FC-82EE-3FE91D626679}" dt="2026-06-16T14:35:29.203" v="62" actId="20577"/>
          <ac:spMkLst>
            <pc:docMk/>
            <pc:sldMk cId="0" sldId="282"/>
            <ac:spMk id="530" creationId="{00000000-0000-0000-0000-000000000000}"/>
          </ac:spMkLst>
        </pc:spChg>
        <pc:graphicFrameChg chg="mod">
          <ac:chgData name="Ash B" userId="c1ac39c97ed008d7" providerId="LiveId" clId="{6DAC150C-0B84-47FC-82EE-3FE91D626679}" dt="2026-06-17T10:41:58.398" v="873" actId="403"/>
          <ac:graphicFrameMkLst>
            <pc:docMk/>
            <pc:sldMk cId="0" sldId="282"/>
            <ac:graphicFrameMk id="527" creationId="{00000000-0000-0000-0000-000000000000}"/>
          </ac:graphicFrameMkLst>
        </pc:graphicFrameChg>
      </pc:sldChg>
      <pc:sldChg chg="delSp modSp mod">
        <pc:chgData name="Ash B" userId="c1ac39c97ed008d7" providerId="LiveId" clId="{6DAC150C-0B84-47FC-82EE-3FE91D626679}" dt="2026-06-17T10:43:04.685" v="877" actId="14100"/>
        <pc:sldMkLst>
          <pc:docMk/>
          <pc:sldMk cId="0" sldId="283"/>
        </pc:sldMkLst>
        <pc:spChg chg="mod">
          <ac:chgData name="Ash B" userId="c1ac39c97ed008d7" providerId="LiveId" clId="{6DAC150C-0B84-47FC-82EE-3FE91D626679}" dt="2026-06-16T14:35:42.922" v="68" actId="20577"/>
          <ac:spMkLst>
            <pc:docMk/>
            <pc:sldMk cId="0" sldId="283"/>
            <ac:spMk id="536" creationId="{00000000-0000-0000-0000-000000000000}"/>
          </ac:spMkLst>
        </pc:spChg>
        <pc:spChg chg="del mod">
          <ac:chgData name="Ash B" userId="c1ac39c97ed008d7" providerId="LiveId" clId="{6DAC150C-0B84-47FC-82EE-3FE91D626679}" dt="2026-06-16T14:35:38.203" v="65" actId="478"/>
          <ac:spMkLst>
            <pc:docMk/>
            <pc:sldMk cId="0" sldId="283"/>
            <ac:spMk id="539" creationId="{00000000-0000-0000-0000-000000000000}"/>
          </ac:spMkLst>
        </pc:spChg>
        <pc:graphicFrameChg chg="mod">
          <ac:chgData name="Ash B" userId="c1ac39c97ed008d7" providerId="LiveId" clId="{6DAC150C-0B84-47FC-82EE-3FE91D626679}" dt="2026-06-17T10:43:04.685" v="877" actId="14100"/>
          <ac:graphicFrameMkLst>
            <pc:docMk/>
            <pc:sldMk cId="0" sldId="283"/>
            <ac:graphicFrameMk id="538" creationId="{00000000-0000-0000-0000-000000000000}"/>
          </ac:graphicFrameMkLst>
        </pc:graphicFrameChg>
      </pc:sldChg>
      <pc:sldChg chg="addSp delSp modSp mod">
        <pc:chgData name="Ash B" userId="c1ac39c97ed008d7" providerId="LiveId" clId="{6DAC150C-0B84-47FC-82EE-3FE91D626679}" dt="2026-06-18T09:47:49.885" v="1326" actId="20577"/>
        <pc:sldMkLst>
          <pc:docMk/>
          <pc:sldMk cId="0" sldId="284"/>
        </pc:sldMkLst>
        <pc:spChg chg="del">
          <ac:chgData name="Ash B" userId="c1ac39c97ed008d7" providerId="LiveId" clId="{6DAC150C-0B84-47FC-82EE-3FE91D626679}" dt="2026-06-18T07:10:36.056" v="1154" actId="478"/>
          <ac:spMkLst>
            <pc:docMk/>
            <pc:sldMk cId="0" sldId="284"/>
            <ac:spMk id="546" creationId="{00000000-0000-0000-0000-000000000000}"/>
          </ac:spMkLst>
        </pc:spChg>
        <pc:spChg chg="mod">
          <ac:chgData name="Ash B" userId="c1ac39c97ed008d7" providerId="LiveId" clId="{6DAC150C-0B84-47FC-82EE-3FE91D626679}" dt="2026-06-18T08:58:23.203" v="1233" actId="14100"/>
          <ac:spMkLst>
            <pc:docMk/>
            <pc:sldMk cId="0" sldId="284"/>
            <ac:spMk id="547" creationId="{00000000-0000-0000-0000-000000000000}"/>
          </ac:spMkLst>
        </pc:spChg>
        <pc:spChg chg="mod">
          <ac:chgData name="Ash B" userId="c1ac39c97ed008d7" providerId="LiveId" clId="{6DAC150C-0B84-47FC-82EE-3FE91D626679}" dt="2026-06-18T08:54:02.230" v="1166" actId="20577"/>
          <ac:spMkLst>
            <pc:docMk/>
            <pc:sldMk cId="0" sldId="284"/>
            <ac:spMk id="549" creationId="{00000000-0000-0000-0000-000000000000}"/>
          </ac:spMkLst>
        </pc:spChg>
        <pc:spChg chg="mod">
          <ac:chgData name="Ash B" userId="c1ac39c97ed008d7" providerId="LiveId" clId="{6DAC150C-0B84-47FC-82EE-3FE91D626679}" dt="2026-06-18T09:47:36.214" v="1318" actId="20577"/>
          <ac:spMkLst>
            <pc:docMk/>
            <pc:sldMk cId="0" sldId="284"/>
            <ac:spMk id="550" creationId="{00000000-0000-0000-0000-000000000000}"/>
          </ac:spMkLst>
        </pc:spChg>
        <pc:spChg chg="mod">
          <ac:chgData name="Ash B" userId="c1ac39c97ed008d7" providerId="LiveId" clId="{6DAC150C-0B84-47FC-82EE-3FE91D626679}" dt="2026-06-18T08:58:32.102" v="1235" actId="1076"/>
          <ac:spMkLst>
            <pc:docMk/>
            <pc:sldMk cId="0" sldId="284"/>
            <ac:spMk id="551" creationId="{00000000-0000-0000-0000-000000000000}"/>
          </ac:spMkLst>
        </pc:spChg>
        <pc:spChg chg="mod">
          <ac:chgData name="Ash B" userId="c1ac39c97ed008d7" providerId="LiveId" clId="{6DAC150C-0B84-47FC-82EE-3FE91D626679}" dt="2026-06-18T06:46:11.476" v="1103" actId="20577"/>
          <ac:spMkLst>
            <pc:docMk/>
            <pc:sldMk cId="0" sldId="284"/>
            <ac:spMk id="553" creationId="{00000000-0000-0000-0000-000000000000}"/>
          </ac:spMkLst>
        </pc:spChg>
        <pc:spChg chg="mod">
          <ac:chgData name="Ash B" userId="c1ac39c97ed008d7" providerId="LiveId" clId="{6DAC150C-0B84-47FC-82EE-3FE91D626679}" dt="2026-06-18T09:47:42.350" v="1322" actId="20577"/>
          <ac:spMkLst>
            <pc:docMk/>
            <pc:sldMk cId="0" sldId="284"/>
            <ac:spMk id="554" creationId="{00000000-0000-0000-0000-000000000000}"/>
          </ac:spMkLst>
        </pc:spChg>
        <pc:spChg chg="mod">
          <ac:chgData name="Ash B" userId="c1ac39c97ed008d7" providerId="LiveId" clId="{6DAC150C-0B84-47FC-82EE-3FE91D626679}" dt="2026-06-18T08:58:38.836" v="1236" actId="14100"/>
          <ac:spMkLst>
            <pc:docMk/>
            <pc:sldMk cId="0" sldId="284"/>
            <ac:spMk id="555" creationId="{00000000-0000-0000-0000-000000000000}"/>
          </ac:spMkLst>
        </pc:spChg>
        <pc:spChg chg="mod">
          <ac:chgData name="Ash B" userId="c1ac39c97ed008d7" providerId="LiveId" clId="{6DAC150C-0B84-47FC-82EE-3FE91D626679}" dt="2026-06-18T06:46:53.592" v="1108" actId="20577"/>
          <ac:spMkLst>
            <pc:docMk/>
            <pc:sldMk cId="0" sldId="284"/>
            <ac:spMk id="557" creationId="{00000000-0000-0000-0000-000000000000}"/>
          </ac:spMkLst>
        </pc:spChg>
        <pc:spChg chg="mod">
          <ac:chgData name="Ash B" userId="c1ac39c97ed008d7" providerId="LiveId" clId="{6DAC150C-0B84-47FC-82EE-3FE91D626679}" dt="2026-06-18T09:47:49.885" v="1326" actId="20577"/>
          <ac:spMkLst>
            <pc:docMk/>
            <pc:sldMk cId="0" sldId="284"/>
            <ac:spMk id="558" creationId="{00000000-0000-0000-0000-000000000000}"/>
          </ac:spMkLst>
        </pc:spChg>
        <pc:spChg chg="mod">
          <ac:chgData name="Ash B" userId="c1ac39c97ed008d7" providerId="LiveId" clId="{6DAC150C-0B84-47FC-82EE-3FE91D626679}" dt="2026-06-16T14:35:48.417" v="70" actId="20577"/>
          <ac:spMkLst>
            <pc:docMk/>
            <pc:sldMk cId="0" sldId="284"/>
            <ac:spMk id="562" creationId="{00000000-0000-0000-0000-000000000000}"/>
          </ac:spMkLst>
        </pc:spChg>
        <pc:graphicFrameChg chg="add del mod">
          <ac:chgData name="Ash B" userId="c1ac39c97ed008d7" providerId="LiveId" clId="{6DAC150C-0B84-47FC-82EE-3FE91D626679}" dt="2026-06-18T08:54:09.930" v="1167" actId="478"/>
          <ac:graphicFrameMkLst>
            <pc:docMk/>
            <pc:sldMk cId="0" sldId="284"/>
            <ac:graphicFrameMk id="2" creationId="{4D929F1A-D802-CDDB-5EBD-E33873246DC7}"/>
          </ac:graphicFrameMkLst>
        </pc:graphicFrameChg>
        <pc:graphicFrameChg chg="add mod">
          <ac:chgData name="Ash B" userId="c1ac39c97ed008d7" providerId="LiveId" clId="{6DAC150C-0B84-47FC-82EE-3FE91D626679}" dt="2026-06-18T09:47:08.024" v="1312"/>
          <ac:graphicFrameMkLst>
            <pc:docMk/>
            <pc:sldMk cId="0" sldId="284"/>
            <ac:graphicFrameMk id="3" creationId="{4D929F1A-D802-CDDB-5EBD-E33873246DC7}"/>
          </ac:graphicFrameMkLst>
        </pc:graphicFrameChg>
        <pc:graphicFrameChg chg="add del mod">
          <ac:chgData name="Ash B" userId="c1ac39c97ed008d7" providerId="LiveId" clId="{6DAC150C-0B84-47FC-82EE-3FE91D626679}" dt="2026-06-18T09:34:41.931" v="1303" actId="478"/>
          <ac:graphicFrameMkLst>
            <pc:docMk/>
            <pc:sldMk cId="0" sldId="284"/>
            <ac:graphicFrameMk id="4" creationId="{0BD4E594-4F87-B78C-45DF-29C955ABEF33}"/>
          </ac:graphicFrameMkLst>
        </pc:graphicFrameChg>
        <pc:graphicFrameChg chg="add mod">
          <ac:chgData name="Ash B" userId="c1ac39c97ed008d7" providerId="LiveId" clId="{6DAC150C-0B84-47FC-82EE-3FE91D626679}" dt="2026-06-18T09:37:33.691" v="1310" actId="404"/>
          <ac:graphicFrameMkLst>
            <pc:docMk/>
            <pc:sldMk cId="0" sldId="284"/>
            <ac:graphicFrameMk id="5" creationId="{97FD1AC1-A31B-CFF4-DF03-27400854BFA5}"/>
          </ac:graphicFrameMkLst>
        </pc:graphicFrameChg>
        <pc:graphicFrameChg chg="del">
          <ac:chgData name="Ash B" userId="c1ac39c97ed008d7" providerId="LiveId" clId="{6DAC150C-0B84-47FC-82EE-3FE91D626679}" dt="2026-06-18T06:54:34.084" v="1112" actId="478"/>
          <ac:graphicFrameMkLst>
            <pc:docMk/>
            <pc:sldMk cId="0" sldId="284"/>
            <ac:graphicFrameMk id="559" creationId="{00000000-0000-0000-0000-000000000000}"/>
          </ac:graphicFrameMkLst>
        </pc:graphicFrameChg>
        <pc:graphicFrameChg chg="del">
          <ac:chgData name="Ash B" userId="c1ac39c97ed008d7" providerId="LiveId" clId="{6DAC150C-0B84-47FC-82EE-3FE91D626679}" dt="2026-06-18T07:02:31.970" v="1151" actId="478"/>
          <ac:graphicFrameMkLst>
            <pc:docMk/>
            <pc:sldMk cId="0" sldId="284"/>
            <ac:graphicFrameMk id="560" creationId="{00000000-0000-0000-0000-000000000000}"/>
          </ac:graphicFrameMkLst>
        </pc:graphicFrameChg>
      </pc:sldChg>
      <pc:sldChg chg="modSp mod">
        <pc:chgData name="Ash B" userId="c1ac39c97ed008d7" providerId="LiveId" clId="{6DAC150C-0B84-47FC-82EE-3FE91D626679}" dt="2026-06-16T14:35:52.507" v="72" actId="20577"/>
        <pc:sldMkLst>
          <pc:docMk/>
          <pc:sldMk cId="0" sldId="285"/>
        </pc:sldMkLst>
        <pc:spChg chg="mod">
          <ac:chgData name="Ash B" userId="c1ac39c97ed008d7" providerId="LiveId" clId="{6DAC150C-0B84-47FC-82EE-3FE91D626679}" dt="2026-06-16T14:35:52.507" v="72" actId="20577"/>
          <ac:spMkLst>
            <pc:docMk/>
            <pc:sldMk cId="0" sldId="285"/>
            <ac:spMk id="568" creationId="{00000000-0000-0000-0000-000000000000}"/>
          </ac:spMkLst>
        </pc:spChg>
      </pc:sldChg>
      <pc:sldChg chg="delSp mod">
        <pc:chgData name="Ash B" userId="c1ac39c97ed008d7" providerId="LiveId" clId="{6DAC150C-0B84-47FC-82EE-3FE91D626679}" dt="2026-06-16T14:35:57.866" v="73" actId="478"/>
        <pc:sldMkLst>
          <pc:docMk/>
          <pc:sldMk cId="0" sldId="286"/>
        </pc:sldMkLst>
        <pc:spChg chg="del">
          <ac:chgData name="Ash B" userId="c1ac39c97ed008d7" providerId="LiveId" clId="{6DAC150C-0B84-47FC-82EE-3FE91D626679}" dt="2026-06-16T14:35:57.866" v="73" actId="478"/>
          <ac:spMkLst>
            <pc:docMk/>
            <pc:sldMk cId="0" sldId="286"/>
            <ac:spMk id="610" creationId="{00000000-0000-0000-0000-000000000000}"/>
          </ac:spMkLst>
        </pc:spChg>
      </pc:sldChg>
      <pc:sldChg chg="modSp mod">
        <pc:chgData name="Ash B" userId="c1ac39c97ed008d7" providerId="LiveId" clId="{6DAC150C-0B84-47FC-82EE-3FE91D626679}" dt="2026-06-16T14:36:02.211" v="75" actId="20577"/>
        <pc:sldMkLst>
          <pc:docMk/>
          <pc:sldMk cId="0" sldId="287"/>
        </pc:sldMkLst>
        <pc:spChg chg="mod">
          <ac:chgData name="Ash B" userId="c1ac39c97ed008d7" providerId="LiveId" clId="{6DAC150C-0B84-47FC-82EE-3FE91D626679}" dt="2026-06-16T14:36:02.211" v="75" actId="20577"/>
          <ac:spMkLst>
            <pc:docMk/>
            <pc:sldMk cId="0" sldId="287"/>
            <ac:spMk id="617" creationId="{00000000-0000-0000-0000-000000000000}"/>
          </ac:spMkLst>
        </pc:spChg>
      </pc:sldChg>
      <pc:sldChg chg="addSp delSp modSp mod">
        <pc:chgData name="Ash B" userId="c1ac39c97ed008d7" providerId="LiveId" clId="{6DAC150C-0B84-47FC-82EE-3FE91D626679}" dt="2026-06-17T10:43:54.448" v="885" actId="404"/>
        <pc:sldMkLst>
          <pc:docMk/>
          <pc:sldMk cId="0" sldId="288"/>
        </pc:sldMkLst>
        <pc:spChg chg="mod">
          <ac:chgData name="Ash B" userId="c1ac39c97ed008d7" providerId="LiveId" clId="{6DAC150C-0B84-47FC-82EE-3FE91D626679}" dt="2026-06-16T14:36:07.004" v="77" actId="20577"/>
          <ac:spMkLst>
            <pc:docMk/>
            <pc:sldMk cId="0" sldId="288"/>
            <ac:spMk id="626" creationId="{00000000-0000-0000-0000-000000000000}"/>
          </ac:spMkLst>
        </pc:spChg>
        <pc:graphicFrameChg chg="add mod">
          <ac:chgData name="Ash B" userId="c1ac39c97ed008d7" providerId="LiveId" clId="{6DAC150C-0B84-47FC-82EE-3FE91D626679}" dt="2026-06-17T10:43:54.448" v="885" actId="404"/>
          <ac:graphicFrameMkLst>
            <pc:docMk/>
            <pc:sldMk cId="0" sldId="288"/>
            <ac:graphicFrameMk id="2" creationId="{2BFD68D9-9482-4F04-AC41-1015050F2FAE}"/>
          </ac:graphicFrameMkLst>
        </pc:graphicFrameChg>
        <pc:graphicFrameChg chg="del mod">
          <ac:chgData name="Ash B" userId="c1ac39c97ed008d7" providerId="LiveId" clId="{6DAC150C-0B84-47FC-82EE-3FE91D626679}" dt="2026-06-17T07:56:07.200" v="701" actId="478"/>
          <ac:graphicFrameMkLst>
            <pc:docMk/>
            <pc:sldMk cId="0" sldId="288"/>
            <ac:graphicFrameMk id="628" creationId="{00000000-0000-0000-0000-000000000000}"/>
          </ac:graphicFrameMkLst>
        </pc:graphicFrameChg>
      </pc:sldChg>
      <pc:sldChg chg="delSp modSp mod">
        <pc:chgData name="Ash B" userId="c1ac39c97ed008d7" providerId="LiveId" clId="{6DAC150C-0B84-47FC-82EE-3FE91D626679}" dt="2026-06-16T14:36:18.326" v="82"/>
        <pc:sldMkLst>
          <pc:docMk/>
          <pc:sldMk cId="0" sldId="290"/>
        </pc:sldMkLst>
        <pc:spChg chg="del mod">
          <ac:chgData name="Ash B" userId="c1ac39c97ed008d7" providerId="LiveId" clId="{6DAC150C-0B84-47FC-82EE-3FE91D626679}" dt="2026-06-16T14:36:18.326" v="82"/>
          <ac:spMkLst>
            <pc:docMk/>
            <pc:sldMk cId="0" sldId="290"/>
            <ac:spMk id="654" creationId="{00000000-0000-0000-0000-000000000000}"/>
          </ac:spMkLst>
        </pc:spChg>
      </pc:sldChg>
      <pc:sldChg chg="modSp mod">
        <pc:chgData name="Ash B" userId="c1ac39c97ed008d7" providerId="LiveId" clId="{6DAC150C-0B84-47FC-82EE-3FE91D626679}" dt="2026-06-17T04:51:31.379" v="355" actId="20577"/>
        <pc:sldMkLst>
          <pc:docMk/>
          <pc:sldMk cId="0" sldId="291"/>
        </pc:sldMkLst>
        <pc:spChg chg="mod">
          <ac:chgData name="Ash B" userId="c1ac39c97ed008d7" providerId="LiveId" clId="{6DAC150C-0B84-47FC-82EE-3FE91D626679}" dt="2026-06-16T14:36:21.421" v="84" actId="20577"/>
          <ac:spMkLst>
            <pc:docMk/>
            <pc:sldMk cId="0" sldId="291"/>
            <ac:spMk id="661" creationId="{00000000-0000-0000-0000-000000000000}"/>
          </ac:spMkLst>
        </pc:spChg>
        <pc:graphicFrameChg chg="modGraphic">
          <ac:chgData name="Ash B" userId="c1ac39c97ed008d7" providerId="LiveId" clId="{6DAC150C-0B84-47FC-82EE-3FE91D626679}" dt="2026-06-17T04:51:31.379" v="355" actId="20577"/>
          <ac:graphicFrameMkLst>
            <pc:docMk/>
            <pc:sldMk cId="0" sldId="291"/>
            <ac:graphicFrameMk id="662" creationId="{00000000-0000-0000-0000-000000000000}"/>
          </ac:graphicFrameMkLst>
        </pc:graphicFrameChg>
      </pc:sldChg>
      <pc:sldChg chg="delSp modSp mod">
        <pc:chgData name="Ash B" userId="c1ac39c97ed008d7" providerId="LiveId" clId="{6DAC150C-0B84-47FC-82EE-3FE91D626679}" dt="2026-06-17T11:37:44.957" v="1068" actId="20577"/>
        <pc:sldMkLst>
          <pc:docMk/>
          <pc:sldMk cId="0" sldId="292"/>
        </pc:sldMkLst>
        <pc:spChg chg="mod">
          <ac:chgData name="Ash B" userId="c1ac39c97ed008d7" providerId="LiveId" clId="{6DAC150C-0B84-47FC-82EE-3FE91D626679}" dt="2026-06-17T11:17:07.418" v="969" actId="404"/>
          <ac:spMkLst>
            <pc:docMk/>
            <pc:sldMk cId="0" sldId="292"/>
            <ac:spMk id="671" creationId="{00000000-0000-0000-0000-000000000000}"/>
          </ac:spMkLst>
        </pc:spChg>
        <pc:spChg chg="mod">
          <ac:chgData name="Ash B" userId="c1ac39c97ed008d7" providerId="LiveId" clId="{6DAC150C-0B84-47FC-82EE-3FE91D626679}" dt="2026-06-17T11:15:07.854" v="953" actId="2711"/>
          <ac:spMkLst>
            <pc:docMk/>
            <pc:sldMk cId="0" sldId="292"/>
            <ac:spMk id="673" creationId="{00000000-0000-0000-0000-000000000000}"/>
          </ac:spMkLst>
        </pc:spChg>
        <pc:spChg chg="mod">
          <ac:chgData name="Ash B" userId="c1ac39c97ed008d7" providerId="LiveId" clId="{6DAC150C-0B84-47FC-82EE-3FE91D626679}" dt="2026-06-17T11:24:18.624" v="1011" actId="113"/>
          <ac:spMkLst>
            <pc:docMk/>
            <pc:sldMk cId="0" sldId="292"/>
            <ac:spMk id="674" creationId="{00000000-0000-0000-0000-000000000000}"/>
          </ac:spMkLst>
        </pc:spChg>
        <pc:spChg chg="mod">
          <ac:chgData name="Ash B" userId="c1ac39c97ed008d7" providerId="LiveId" clId="{6DAC150C-0B84-47FC-82EE-3FE91D626679}" dt="2026-06-17T11:16:55.342" v="967" actId="404"/>
          <ac:spMkLst>
            <pc:docMk/>
            <pc:sldMk cId="0" sldId="292"/>
            <ac:spMk id="675" creationId="{00000000-0000-0000-0000-000000000000}"/>
          </ac:spMkLst>
        </pc:spChg>
        <pc:spChg chg="mod">
          <ac:chgData name="Ash B" userId="c1ac39c97ed008d7" providerId="LiveId" clId="{6DAC150C-0B84-47FC-82EE-3FE91D626679}" dt="2026-06-17T11:11:53.204" v="922" actId="14100"/>
          <ac:spMkLst>
            <pc:docMk/>
            <pc:sldMk cId="0" sldId="292"/>
            <ac:spMk id="676" creationId="{00000000-0000-0000-0000-000000000000}"/>
          </ac:spMkLst>
        </pc:spChg>
        <pc:spChg chg="mod">
          <ac:chgData name="Ash B" userId="c1ac39c97ed008d7" providerId="LiveId" clId="{6DAC150C-0B84-47FC-82EE-3FE91D626679}" dt="2026-06-17T11:11:45.378" v="920" actId="1076"/>
          <ac:spMkLst>
            <pc:docMk/>
            <pc:sldMk cId="0" sldId="292"/>
            <ac:spMk id="677" creationId="{00000000-0000-0000-0000-000000000000}"/>
          </ac:spMkLst>
        </pc:spChg>
        <pc:spChg chg="mod">
          <ac:chgData name="Ash B" userId="c1ac39c97ed008d7" providerId="LiveId" clId="{6DAC150C-0B84-47FC-82EE-3FE91D626679}" dt="2026-06-17T11:18:03.151" v="982" actId="403"/>
          <ac:spMkLst>
            <pc:docMk/>
            <pc:sldMk cId="0" sldId="292"/>
            <ac:spMk id="678" creationId="{00000000-0000-0000-0000-000000000000}"/>
          </ac:spMkLst>
        </pc:spChg>
        <pc:spChg chg="mod">
          <ac:chgData name="Ash B" userId="c1ac39c97ed008d7" providerId="LiveId" clId="{6DAC150C-0B84-47FC-82EE-3FE91D626679}" dt="2026-06-17T11:16:55.342" v="967" actId="404"/>
          <ac:spMkLst>
            <pc:docMk/>
            <pc:sldMk cId="0" sldId="292"/>
            <ac:spMk id="679" creationId="{00000000-0000-0000-0000-000000000000}"/>
          </ac:spMkLst>
        </pc:spChg>
        <pc:spChg chg="mod">
          <ac:chgData name="Ash B" userId="c1ac39c97ed008d7" providerId="LiveId" clId="{6DAC150C-0B84-47FC-82EE-3FE91D626679}" dt="2026-06-17T11:12:32.783" v="929" actId="14100"/>
          <ac:spMkLst>
            <pc:docMk/>
            <pc:sldMk cId="0" sldId="292"/>
            <ac:spMk id="681" creationId="{00000000-0000-0000-0000-000000000000}"/>
          </ac:spMkLst>
        </pc:spChg>
        <pc:spChg chg="mod">
          <ac:chgData name="Ash B" userId="c1ac39c97ed008d7" providerId="LiveId" clId="{6DAC150C-0B84-47FC-82EE-3FE91D626679}" dt="2026-06-17T11:17:07.418" v="969" actId="404"/>
          <ac:spMkLst>
            <pc:docMk/>
            <pc:sldMk cId="0" sldId="292"/>
            <ac:spMk id="682" creationId="{00000000-0000-0000-0000-000000000000}"/>
          </ac:spMkLst>
        </pc:spChg>
        <pc:spChg chg="mod">
          <ac:chgData name="Ash B" userId="c1ac39c97ed008d7" providerId="LiveId" clId="{6DAC150C-0B84-47FC-82EE-3FE91D626679}" dt="2026-06-17T11:16:55.342" v="967" actId="404"/>
          <ac:spMkLst>
            <pc:docMk/>
            <pc:sldMk cId="0" sldId="292"/>
            <ac:spMk id="683" creationId="{00000000-0000-0000-0000-000000000000}"/>
          </ac:spMkLst>
        </pc:spChg>
        <pc:spChg chg="mod">
          <ac:chgData name="Ash B" userId="c1ac39c97ed008d7" providerId="LiveId" clId="{6DAC150C-0B84-47FC-82EE-3FE91D626679}" dt="2026-06-17T11:12:43.612" v="932" actId="14100"/>
          <ac:spMkLst>
            <pc:docMk/>
            <pc:sldMk cId="0" sldId="292"/>
            <ac:spMk id="685" creationId="{00000000-0000-0000-0000-000000000000}"/>
          </ac:spMkLst>
        </pc:spChg>
        <pc:spChg chg="mod">
          <ac:chgData name="Ash B" userId="c1ac39c97ed008d7" providerId="LiveId" clId="{6DAC150C-0B84-47FC-82EE-3FE91D626679}" dt="2026-06-17T11:17:07.418" v="969" actId="404"/>
          <ac:spMkLst>
            <pc:docMk/>
            <pc:sldMk cId="0" sldId="292"/>
            <ac:spMk id="686" creationId="{00000000-0000-0000-0000-000000000000}"/>
          </ac:spMkLst>
        </pc:spChg>
        <pc:spChg chg="mod">
          <ac:chgData name="Ash B" userId="c1ac39c97ed008d7" providerId="LiveId" clId="{6DAC150C-0B84-47FC-82EE-3FE91D626679}" dt="2026-06-17T11:16:55.342" v="967" actId="404"/>
          <ac:spMkLst>
            <pc:docMk/>
            <pc:sldMk cId="0" sldId="292"/>
            <ac:spMk id="687" creationId="{00000000-0000-0000-0000-000000000000}"/>
          </ac:spMkLst>
        </pc:spChg>
        <pc:spChg chg="del mod">
          <ac:chgData name="Ash B" userId="c1ac39c97ed008d7" providerId="LiveId" clId="{6DAC150C-0B84-47FC-82EE-3FE91D626679}" dt="2026-06-17T11:11:21.849" v="913" actId="478"/>
          <ac:spMkLst>
            <pc:docMk/>
            <pc:sldMk cId="0" sldId="292"/>
            <ac:spMk id="688" creationId="{00000000-0000-0000-0000-000000000000}"/>
          </ac:spMkLst>
        </pc:spChg>
        <pc:spChg chg="mod">
          <ac:chgData name="Ash B" userId="c1ac39c97ed008d7" providerId="LiveId" clId="{6DAC150C-0B84-47FC-82EE-3FE91D626679}" dt="2026-06-17T11:12:03.346" v="927" actId="1076"/>
          <ac:spMkLst>
            <pc:docMk/>
            <pc:sldMk cId="0" sldId="292"/>
            <ac:spMk id="689" creationId="{00000000-0000-0000-0000-000000000000}"/>
          </ac:spMkLst>
        </pc:spChg>
        <pc:spChg chg="mod">
          <ac:chgData name="Ash B" userId="c1ac39c97ed008d7" providerId="LiveId" clId="{6DAC150C-0B84-47FC-82EE-3FE91D626679}" dt="2026-06-17T11:18:14.765" v="983" actId="403"/>
          <ac:spMkLst>
            <pc:docMk/>
            <pc:sldMk cId="0" sldId="292"/>
            <ac:spMk id="690" creationId="{00000000-0000-0000-0000-000000000000}"/>
          </ac:spMkLst>
        </pc:spChg>
        <pc:spChg chg="mod">
          <ac:chgData name="Ash B" userId="c1ac39c97ed008d7" providerId="LiveId" clId="{6DAC150C-0B84-47FC-82EE-3FE91D626679}" dt="2026-06-17T11:15:19.627" v="955" actId="403"/>
          <ac:spMkLst>
            <pc:docMk/>
            <pc:sldMk cId="0" sldId="292"/>
            <ac:spMk id="693" creationId="{00000000-0000-0000-0000-000000000000}"/>
          </ac:spMkLst>
        </pc:spChg>
        <pc:spChg chg="mod">
          <ac:chgData name="Ash B" userId="c1ac39c97ed008d7" providerId="LiveId" clId="{6DAC150C-0B84-47FC-82EE-3FE91D626679}" dt="2026-06-17T11:27:24.665" v="1050" actId="113"/>
          <ac:spMkLst>
            <pc:docMk/>
            <pc:sldMk cId="0" sldId="292"/>
            <ac:spMk id="694" creationId="{00000000-0000-0000-0000-000000000000}"/>
          </ac:spMkLst>
        </pc:spChg>
        <pc:spChg chg="mod">
          <ac:chgData name="Ash B" userId="c1ac39c97ed008d7" providerId="LiveId" clId="{6DAC150C-0B84-47FC-82EE-3FE91D626679}" dt="2026-06-17T11:28:31.906" v="1066" actId="20577"/>
          <ac:spMkLst>
            <pc:docMk/>
            <pc:sldMk cId="0" sldId="292"/>
            <ac:spMk id="695" creationId="{00000000-0000-0000-0000-000000000000}"/>
          </ac:spMkLst>
        </pc:spChg>
        <pc:spChg chg="mod">
          <ac:chgData name="Ash B" userId="c1ac39c97ed008d7" providerId="LiveId" clId="{6DAC150C-0B84-47FC-82EE-3FE91D626679}" dt="2026-06-17T11:21:02.220" v="1009" actId="1076"/>
          <ac:spMkLst>
            <pc:docMk/>
            <pc:sldMk cId="0" sldId="292"/>
            <ac:spMk id="696" creationId="{00000000-0000-0000-0000-000000000000}"/>
          </ac:spMkLst>
        </pc:spChg>
        <pc:spChg chg="mod">
          <ac:chgData name="Ash B" userId="c1ac39c97ed008d7" providerId="LiveId" clId="{6DAC150C-0B84-47FC-82EE-3FE91D626679}" dt="2026-06-17T11:20:55.751" v="1008" actId="14100"/>
          <ac:spMkLst>
            <pc:docMk/>
            <pc:sldMk cId="0" sldId="292"/>
            <ac:spMk id="697" creationId="{00000000-0000-0000-0000-000000000000}"/>
          </ac:spMkLst>
        </pc:spChg>
        <pc:spChg chg="mod">
          <ac:chgData name="Ash B" userId="c1ac39c97ed008d7" providerId="LiveId" clId="{6DAC150C-0B84-47FC-82EE-3FE91D626679}" dt="2026-06-17T11:20:49.759" v="1007" actId="1076"/>
          <ac:spMkLst>
            <pc:docMk/>
            <pc:sldMk cId="0" sldId="292"/>
            <ac:spMk id="698" creationId="{00000000-0000-0000-0000-000000000000}"/>
          </ac:spMkLst>
        </pc:spChg>
        <pc:spChg chg="mod">
          <ac:chgData name="Ash B" userId="c1ac39c97ed008d7" providerId="LiveId" clId="{6DAC150C-0B84-47FC-82EE-3FE91D626679}" dt="2026-06-17T11:28:25.734" v="1062" actId="20577"/>
          <ac:spMkLst>
            <pc:docMk/>
            <pc:sldMk cId="0" sldId="292"/>
            <ac:spMk id="699" creationId="{00000000-0000-0000-0000-000000000000}"/>
          </ac:spMkLst>
        </pc:spChg>
        <pc:spChg chg="mod">
          <ac:chgData name="Ash B" userId="c1ac39c97ed008d7" providerId="LiveId" clId="{6DAC150C-0B84-47FC-82EE-3FE91D626679}" dt="2026-06-17T11:19:57.196" v="995" actId="1076"/>
          <ac:spMkLst>
            <pc:docMk/>
            <pc:sldMk cId="0" sldId="292"/>
            <ac:spMk id="700" creationId="{00000000-0000-0000-0000-000000000000}"/>
          </ac:spMkLst>
        </pc:spChg>
        <pc:spChg chg="mod">
          <ac:chgData name="Ash B" userId="c1ac39c97ed008d7" providerId="LiveId" clId="{6DAC150C-0B84-47FC-82EE-3FE91D626679}" dt="2026-06-17T11:20:25.333" v="1002" actId="1076"/>
          <ac:spMkLst>
            <pc:docMk/>
            <pc:sldMk cId="0" sldId="292"/>
            <ac:spMk id="701" creationId="{00000000-0000-0000-0000-000000000000}"/>
          </ac:spMkLst>
        </pc:spChg>
        <pc:spChg chg="mod">
          <ac:chgData name="Ash B" userId="c1ac39c97ed008d7" providerId="LiveId" clId="{6DAC150C-0B84-47FC-82EE-3FE91D626679}" dt="2026-06-17T11:20:30.485" v="1003" actId="1076"/>
          <ac:spMkLst>
            <pc:docMk/>
            <pc:sldMk cId="0" sldId="292"/>
            <ac:spMk id="702" creationId="{00000000-0000-0000-0000-000000000000}"/>
          </ac:spMkLst>
        </pc:spChg>
        <pc:spChg chg="mod">
          <ac:chgData name="Ash B" userId="c1ac39c97ed008d7" providerId="LiveId" clId="{6DAC150C-0B84-47FC-82EE-3FE91D626679}" dt="2026-06-17T11:37:44.957" v="1068" actId="20577"/>
          <ac:spMkLst>
            <pc:docMk/>
            <pc:sldMk cId="0" sldId="292"/>
            <ac:spMk id="703" creationId="{00000000-0000-0000-0000-000000000000}"/>
          </ac:spMkLst>
        </pc:spChg>
        <pc:spChg chg="mod">
          <ac:chgData name="Ash B" userId="c1ac39c97ed008d7" providerId="LiveId" clId="{6DAC150C-0B84-47FC-82EE-3FE91D626679}" dt="2026-06-17T11:20:12.055" v="998" actId="1076"/>
          <ac:spMkLst>
            <pc:docMk/>
            <pc:sldMk cId="0" sldId="292"/>
            <ac:spMk id="704" creationId="{00000000-0000-0000-0000-000000000000}"/>
          </ac:spMkLst>
        </pc:spChg>
        <pc:spChg chg="mod">
          <ac:chgData name="Ash B" userId="c1ac39c97ed008d7" providerId="LiveId" clId="{6DAC150C-0B84-47FC-82EE-3FE91D626679}" dt="2026-06-17T11:20:17.225" v="999" actId="1076"/>
          <ac:spMkLst>
            <pc:docMk/>
            <pc:sldMk cId="0" sldId="292"/>
            <ac:spMk id="705" creationId="{00000000-0000-0000-0000-000000000000}"/>
          </ac:spMkLst>
        </pc:spChg>
        <pc:spChg chg="mod">
          <ac:chgData name="Ash B" userId="c1ac39c97ed008d7" providerId="LiveId" clId="{6DAC150C-0B84-47FC-82EE-3FE91D626679}" dt="2026-06-17T11:28:11.724" v="1054" actId="20577"/>
          <ac:spMkLst>
            <pc:docMk/>
            <pc:sldMk cId="0" sldId="292"/>
            <ac:spMk id="706" creationId="{00000000-0000-0000-0000-000000000000}"/>
          </ac:spMkLst>
        </pc:spChg>
        <pc:spChg chg="mod">
          <ac:chgData name="Ash B" userId="c1ac39c97ed008d7" providerId="LiveId" clId="{6DAC150C-0B84-47FC-82EE-3FE91D626679}" dt="2026-06-17T11:19:57.196" v="995" actId="1076"/>
          <ac:spMkLst>
            <pc:docMk/>
            <pc:sldMk cId="0" sldId="292"/>
            <ac:spMk id="707" creationId="{00000000-0000-0000-0000-000000000000}"/>
          </ac:spMkLst>
        </pc:spChg>
        <pc:spChg chg="mod">
          <ac:chgData name="Ash B" userId="c1ac39c97ed008d7" providerId="LiveId" clId="{6DAC150C-0B84-47FC-82EE-3FE91D626679}" dt="2026-06-17T11:20:01.607" v="996" actId="1076"/>
          <ac:spMkLst>
            <pc:docMk/>
            <pc:sldMk cId="0" sldId="292"/>
            <ac:spMk id="708" creationId="{00000000-0000-0000-0000-000000000000}"/>
          </ac:spMkLst>
        </pc:spChg>
        <pc:spChg chg="mod">
          <ac:chgData name="Ash B" userId="c1ac39c97ed008d7" providerId="LiveId" clId="{6DAC150C-0B84-47FC-82EE-3FE91D626679}" dt="2026-06-17T11:15:00.210" v="952" actId="404"/>
          <ac:spMkLst>
            <pc:docMk/>
            <pc:sldMk cId="0" sldId="292"/>
            <ac:spMk id="711" creationId="{00000000-0000-0000-0000-000000000000}"/>
          </ac:spMkLst>
        </pc:spChg>
        <pc:spChg chg="mod">
          <ac:chgData name="Ash B" userId="c1ac39c97ed008d7" providerId="LiveId" clId="{6DAC150C-0B84-47FC-82EE-3FE91D626679}" dt="2026-06-17T11:26:10.066" v="1037" actId="20577"/>
          <ac:spMkLst>
            <pc:docMk/>
            <pc:sldMk cId="0" sldId="292"/>
            <ac:spMk id="713" creationId="{00000000-0000-0000-0000-000000000000}"/>
          </ac:spMkLst>
        </pc:spChg>
        <pc:spChg chg="mod">
          <ac:chgData name="Ash B" userId="c1ac39c97ed008d7" providerId="LiveId" clId="{6DAC150C-0B84-47FC-82EE-3FE91D626679}" dt="2026-06-17T11:25:32.146" v="1025" actId="14100"/>
          <ac:spMkLst>
            <pc:docMk/>
            <pc:sldMk cId="0" sldId="292"/>
            <ac:spMk id="715" creationId="{00000000-0000-0000-0000-000000000000}"/>
          </ac:spMkLst>
        </pc:spChg>
        <pc:spChg chg="mod">
          <ac:chgData name="Ash B" userId="c1ac39c97ed008d7" providerId="LiveId" clId="{6DAC150C-0B84-47FC-82EE-3FE91D626679}" dt="2026-06-17T11:25:14.595" v="1021" actId="20577"/>
          <ac:spMkLst>
            <pc:docMk/>
            <pc:sldMk cId="0" sldId="292"/>
            <ac:spMk id="716" creationId="{00000000-0000-0000-0000-000000000000}"/>
          </ac:spMkLst>
        </pc:spChg>
        <pc:spChg chg="mod">
          <ac:chgData name="Ash B" userId="c1ac39c97ed008d7" providerId="LiveId" clId="{6DAC150C-0B84-47FC-82EE-3FE91D626679}" dt="2026-06-17T11:26:17.591" v="1041" actId="20577"/>
          <ac:spMkLst>
            <pc:docMk/>
            <pc:sldMk cId="0" sldId="292"/>
            <ac:spMk id="717" creationId="{00000000-0000-0000-0000-000000000000}"/>
          </ac:spMkLst>
        </pc:spChg>
        <pc:spChg chg="mod">
          <ac:chgData name="Ash B" userId="c1ac39c97ed008d7" providerId="LiveId" clId="{6DAC150C-0B84-47FC-82EE-3FE91D626679}" dt="2026-06-17T11:25:56.989" v="1032" actId="14100"/>
          <ac:spMkLst>
            <pc:docMk/>
            <pc:sldMk cId="0" sldId="292"/>
            <ac:spMk id="719" creationId="{00000000-0000-0000-0000-000000000000}"/>
          </ac:spMkLst>
        </pc:spChg>
        <pc:spChg chg="mod">
          <ac:chgData name="Ash B" userId="c1ac39c97ed008d7" providerId="LiveId" clId="{6DAC150C-0B84-47FC-82EE-3FE91D626679}" dt="2026-06-17T11:25:42.984" v="1029" actId="20577"/>
          <ac:spMkLst>
            <pc:docMk/>
            <pc:sldMk cId="0" sldId="292"/>
            <ac:spMk id="720" creationId="{00000000-0000-0000-0000-000000000000}"/>
          </ac:spMkLst>
        </pc:spChg>
        <pc:spChg chg="mod">
          <ac:chgData name="Ash B" userId="c1ac39c97ed008d7" providerId="LiveId" clId="{6DAC150C-0B84-47FC-82EE-3FE91D626679}" dt="2026-06-17T11:26:23.657" v="1045" actId="20577"/>
          <ac:spMkLst>
            <pc:docMk/>
            <pc:sldMk cId="0" sldId="292"/>
            <ac:spMk id="721" creationId="{00000000-0000-0000-0000-000000000000}"/>
          </ac:spMkLst>
        </pc:spChg>
        <pc:spChg chg="mod">
          <ac:chgData name="Ash B" userId="c1ac39c97ed008d7" providerId="LiveId" clId="{6DAC150C-0B84-47FC-82EE-3FE91D626679}" dt="2026-06-17T11:25:59.610" v="1033" actId="14100"/>
          <ac:spMkLst>
            <pc:docMk/>
            <pc:sldMk cId="0" sldId="292"/>
            <ac:spMk id="723" creationId="{00000000-0000-0000-0000-000000000000}"/>
          </ac:spMkLst>
        </pc:spChg>
        <pc:spChg chg="mod">
          <ac:chgData name="Ash B" userId="c1ac39c97ed008d7" providerId="LiveId" clId="{6DAC150C-0B84-47FC-82EE-3FE91D626679}" dt="2026-06-17T11:25:47.137" v="1031" actId="20577"/>
          <ac:spMkLst>
            <pc:docMk/>
            <pc:sldMk cId="0" sldId="292"/>
            <ac:spMk id="724" creationId="{00000000-0000-0000-0000-000000000000}"/>
          </ac:spMkLst>
        </pc:spChg>
        <pc:spChg chg="mod">
          <ac:chgData name="Ash B" userId="c1ac39c97ed008d7" providerId="LiveId" clId="{6DAC150C-0B84-47FC-82EE-3FE91D626679}" dt="2026-06-17T11:26:57.519" v="1049" actId="20577"/>
          <ac:spMkLst>
            <pc:docMk/>
            <pc:sldMk cId="0" sldId="292"/>
            <ac:spMk id="725" creationId="{00000000-0000-0000-0000-000000000000}"/>
          </ac:spMkLst>
        </pc:spChg>
        <pc:spChg chg="mod">
          <ac:chgData name="Ash B" userId="c1ac39c97ed008d7" providerId="LiveId" clId="{6DAC150C-0B84-47FC-82EE-3FE91D626679}" dt="2026-06-17T11:25:27.786" v="1024" actId="14100"/>
          <ac:spMkLst>
            <pc:docMk/>
            <pc:sldMk cId="0" sldId="292"/>
            <ac:spMk id="727" creationId="{00000000-0000-0000-0000-000000000000}"/>
          </ac:spMkLst>
        </pc:spChg>
        <pc:spChg chg="mod">
          <ac:chgData name="Ash B" userId="c1ac39c97ed008d7" providerId="LiveId" clId="{6DAC150C-0B84-47FC-82EE-3FE91D626679}" dt="2026-06-17T11:25:19.399" v="1023" actId="20577"/>
          <ac:spMkLst>
            <pc:docMk/>
            <pc:sldMk cId="0" sldId="292"/>
            <ac:spMk id="728" creationId="{00000000-0000-0000-0000-000000000000}"/>
          </ac:spMkLst>
        </pc:spChg>
        <pc:spChg chg="mod">
          <ac:chgData name="Ash B" userId="c1ac39c97ed008d7" providerId="LiveId" clId="{6DAC150C-0B84-47FC-82EE-3FE91D626679}" dt="2026-06-17T11:15:27.881" v="956" actId="2711"/>
          <ac:spMkLst>
            <pc:docMk/>
            <pc:sldMk cId="0" sldId="292"/>
            <ac:spMk id="731" creationId="{00000000-0000-0000-0000-000000000000}"/>
          </ac:spMkLst>
        </pc:spChg>
        <pc:spChg chg="mod">
          <ac:chgData name="Ash B" userId="c1ac39c97ed008d7" providerId="LiveId" clId="{6DAC150C-0B84-47FC-82EE-3FE91D626679}" dt="2026-06-16T14:36:25.750" v="86" actId="20577"/>
          <ac:spMkLst>
            <pc:docMk/>
            <pc:sldMk cId="0" sldId="292"/>
            <ac:spMk id="750" creationId="{00000000-0000-0000-0000-000000000000}"/>
          </ac:spMkLst>
        </pc:spChg>
      </pc:sldChg>
      <pc:sldChg chg="modSp mod">
        <pc:chgData name="Ash B" userId="c1ac39c97ed008d7" providerId="LiveId" clId="{6DAC150C-0B84-47FC-82EE-3FE91D626679}" dt="2026-06-17T09:59:31.073" v="812" actId="20577"/>
        <pc:sldMkLst>
          <pc:docMk/>
          <pc:sldMk cId="0" sldId="293"/>
        </pc:sldMkLst>
        <pc:spChg chg="mod">
          <ac:chgData name="Ash B" userId="c1ac39c97ed008d7" providerId="LiveId" clId="{6DAC150C-0B84-47FC-82EE-3FE91D626679}" dt="2026-06-17T09:59:31.073" v="812" actId="20577"/>
          <ac:spMkLst>
            <pc:docMk/>
            <pc:sldMk cId="0" sldId="293"/>
            <ac:spMk id="757" creationId="{00000000-0000-0000-0000-000000000000}"/>
          </ac:spMkLst>
        </pc:spChg>
        <pc:spChg chg="mod">
          <ac:chgData name="Ash B" userId="c1ac39c97ed008d7" providerId="LiveId" clId="{6DAC150C-0B84-47FC-82EE-3FE91D626679}" dt="2026-06-17T07:12:44.052" v="526" actId="20577"/>
          <ac:spMkLst>
            <pc:docMk/>
            <pc:sldMk cId="0" sldId="293"/>
            <ac:spMk id="758" creationId="{00000000-0000-0000-0000-000000000000}"/>
          </ac:spMkLst>
        </pc:spChg>
        <pc:spChg chg="mod">
          <ac:chgData name="Ash B" userId="c1ac39c97ed008d7" providerId="LiveId" clId="{6DAC150C-0B84-47FC-82EE-3FE91D626679}" dt="2026-06-17T07:11:01.625" v="490" actId="14100"/>
          <ac:spMkLst>
            <pc:docMk/>
            <pc:sldMk cId="0" sldId="293"/>
            <ac:spMk id="759" creationId="{00000000-0000-0000-0000-000000000000}"/>
          </ac:spMkLst>
        </pc:spChg>
        <pc:spChg chg="mod">
          <ac:chgData name="Ash B" userId="c1ac39c97ed008d7" providerId="LiveId" clId="{6DAC150C-0B84-47FC-82EE-3FE91D626679}" dt="2026-06-17T07:10:39.951" v="486" actId="14100"/>
          <ac:spMkLst>
            <pc:docMk/>
            <pc:sldMk cId="0" sldId="293"/>
            <ac:spMk id="760" creationId="{00000000-0000-0000-0000-000000000000}"/>
          </ac:spMkLst>
        </pc:spChg>
        <pc:spChg chg="mod">
          <ac:chgData name="Ash B" userId="c1ac39c97ed008d7" providerId="LiveId" clId="{6DAC150C-0B84-47FC-82EE-3FE91D626679}" dt="2026-06-16T14:36:32.650" v="88" actId="20577"/>
          <ac:spMkLst>
            <pc:docMk/>
            <pc:sldMk cId="0" sldId="293"/>
            <ac:spMk id="761" creationId="{00000000-0000-0000-0000-000000000000}"/>
          </ac:spMkLst>
        </pc:spChg>
        <pc:spChg chg="mod">
          <ac:chgData name="Ash B" userId="c1ac39c97ed008d7" providerId="LiveId" clId="{6DAC150C-0B84-47FC-82EE-3FE91D626679}" dt="2026-06-17T07:10:52.118" v="488" actId="14100"/>
          <ac:spMkLst>
            <pc:docMk/>
            <pc:sldMk cId="0" sldId="293"/>
            <ac:spMk id="763" creationId="{00000000-0000-0000-0000-000000000000}"/>
          </ac:spMkLst>
        </pc:spChg>
        <pc:spChg chg="mod">
          <ac:chgData name="Ash B" userId="c1ac39c97ed008d7" providerId="LiveId" clId="{6DAC150C-0B84-47FC-82EE-3FE91D626679}" dt="2026-06-17T07:16:07.144" v="572" actId="20577"/>
          <ac:spMkLst>
            <pc:docMk/>
            <pc:sldMk cId="0" sldId="293"/>
            <ac:spMk id="764" creationId="{00000000-0000-0000-0000-000000000000}"/>
          </ac:spMkLst>
        </pc:spChg>
      </pc:sldChg>
      <pc:sldChg chg="modSp mod">
        <pc:chgData name="Ash B" userId="c1ac39c97ed008d7" providerId="LiveId" clId="{6DAC150C-0B84-47FC-82EE-3FE91D626679}" dt="2026-06-16T14:36:40.250" v="90" actId="20577"/>
        <pc:sldMkLst>
          <pc:docMk/>
          <pc:sldMk cId="0" sldId="294"/>
        </pc:sldMkLst>
        <pc:spChg chg="mod">
          <ac:chgData name="Ash B" userId="c1ac39c97ed008d7" providerId="LiveId" clId="{6DAC150C-0B84-47FC-82EE-3FE91D626679}" dt="2026-06-16T14:36:40.250" v="90" actId="20577"/>
          <ac:spMkLst>
            <pc:docMk/>
            <pc:sldMk cId="0" sldId="294"/>
            <ac:spMk id="770" creationId="{00000000-0000-0000-0000-000000000000}"/>
          </ac:spMkLst>
        </pc:spChg>
      </pc:sldChg>
      <pc:sldChg chg="delSp mod">
        <pc:chgData name="Ash B" userId="c1ac39c97ed008d7" providerId="LiveId" clId="{6DAC150C-0B84-47FC-82EE-3FE91D626679}" dt="2026-06-16T14:36:44.628" v="91" actId="478"/>
        <pc:sldMkLst>
          <pc:docMk/>
          <pc:sldMk cId="0" sldId="295"/>
        </pc:sldMkLst>
        <pc:spChg chg="del">
          <ac:chgData name="Ash B" userId="c1ac39c97ed008d7" providerId="LiveId" clId="{6DAC150C-0B84-47FC-82EE-3FE91D626679}" dt="2026-06-16T14:36:44.628" v="91" actId="478"/>
          <ac:spMkLst>
            <pc:docMk/>
            <pc:sldMk cId="0" sldId="295"/>
            <ac:spMk id="783" creationId="{00000000-0000-0000-0000-000000000000}"/>
          </ac:spMkLst>
        </pc:spChg>
      </pc:sldChg>
      <pc:sldChg chg="modSp mod">
        <pc:chgData name="Ash B" userId="c1ac39c97ed008d7" providerId="LiveId" clId="{6DAC150C-0B84-47FC-82EE-3FE91D626679}" dt="2026-06-16T14:36:49.074" v="93" actId="20577"/>
        <pc:sldMkLst>
          <pc:docMk/>
          <pc:sldMk cId="0" sldId="296"/>
        </pc:sldMkLst>
        <pc:spChg chg="mod">
          <ac:chgData name="Ash B" userId="c1ac39c97ed008d7" providerId="LiveId" clId="{6DAC150C-0B84-47FC-82EE-3FE91D626679}" dt="2026-06-16T14:36:49.074" v="93" actId="20577"/>
          <ac:spMkLst>
            <pc:docMk/>
            <pc:sldMk cId="0" sldId="296"/>
            <ac:spMk id="790" creationId="{00000000-0000-0000-0000-000000000000}"/>
          </ac:spMkLst>
        </pc:spChg>
      </pc:sldChg>
      <pc:sldChg chg="modSp mod">
        <pc:chgData name="Ash B" userId="c1ac39c97ed008d7" providerId="LiveId" clId="{6DAC150C-0B84-47FC-82EE-3FE91D626679}" dt="2026-06-16T14:36:53.307" v="95" actId="20577"/>
        <pc:sldMkLst>
          <pc:docMk/>
          <pc:sldMk cId="0" sldId="297"/>
        </pc:sldMkLst>
        <pc:spChg chg="mod">
          <ac:chgData name="Ash B" userId="c1ac39c97ed008d7" providerId="LiveId" clId="{6DAC150C-0B84-47FC-82EE-3FE91D626679}" dt="2026-06-16T14:36:53.307" v="95" actId="20577"/>
          <ac:spMkLst>
            <pc:docMk/>
            <pc:sldMk cId="0" sldId="297"/>
            <ac:spMk id="799" creationId="{00000000-0000-0000-0000-000000000000}"/>
          </ac:spMkLst>
        </pc:spChg>
      </pc:sldChg>
      <pc:sldChg chg="delSp mod">
        <pc:chgData name="Ash B" userId="c1ac39c97ed008d7" providerId="LiveId" clId="{6DAC150C-0B84-47FC-82EE-3FE91D626679}" dt="2026-06-16T14:36:57.354" v="96" actId="478"/>
        <pc:sldMkLst>
          <pc:docMk/>
          <pc:sldMk cId="0" sldId="298"/>
        </pc:sldMkLst>
        <pc:spChg chg="del">
          <ac:chgData name="Ash B" userId="c1ac39c97ed008d7" providerId="LiveId" clId="{6DAC150C-0B84-47FC-82EE-3FE91D626679}" dt="2026-06-16T14:36:57.354" v="96" actId="478"/>
          <ac:spMkLst>
            <pc:docMk/>
            <pc:sldMk cId="0" sldId="298"/>
            <ac:spMk id="810" creationId="{00000000-0000-0000-0000-000000000000}"/>
          </ac:spMkLst>
        </pc:spChg>
      </pc:sldChg>
      <pc:sldChg chg="modSp mod">
        <pc:chgData name="Ash B" userId="c1ac39c97ed008d7" providerId="LiveId" clId="{6DAC150C-0B84-47FC-82EE-3FE91D626679}" dt="2026-06-18T09:00:03.918" v="1251" actId="20577"/>
        <pc:sldMkLst>
          <pc:docMk/>
          <pc:sldMk cId="0" sldId="299"/>
        </pc:sldMkLst>
        <pc:spChg chg="mod">
          <ac:chgData name="Ash B" userId="c1ac39c97ed008d7" providerId="LiveId" clId="{6DAC150C-0B84-47FC-82EE-3FE91D626679}" dt="2026-06-16T14:37:02.556" v="98" actId="20577"/>
          <ac:spMkLst>
            <pc:docMk/>
            <pc:sldMk cId="0" sldId="299"/>
            <ac:spMk id="818" creationId="{00000000-0000-0000-0000-000000000000}"/>
          </ac:spMkLst>
        </pc:spChg>
        <pc:graphicFrameChg chg="modGraphic">
          <ac:chgData name="Ash B" userId="c1ac39c97ed008d7" providerId="LiveId" clId="{6DAC150C-0B84-47FC-82EE-3FE91D626679}" dt="2026-06-18T09:00:03.918" v="1251" actId="20577"/>
          <ac:graphicFrameMkLst>
            <pc:docMk/>
            <pc:sldMk cId="0" sldId="299"/>
            <ac:graphicFrameMk id="817" creationId="{00000000-0000-0000-0000-000000000000}"/>
          </ac:graphicFrameMkLst>
        </pc:graphicFrameChg>
      </pc:sldChg>
      <pc:sldChg chg="modSp mod">
        <pc:chgData name="Ash B" userId="c1ac39c97ed008d7" providerId="LiveId" clId="{6DAC150C-0B84-47FC-82EE-3FE91D626679}" dt="2026-06-16T14:39:56.138" v="124" actId="20577"/>
        <pc:sldMkLst>
          <pc:docMk/>
          <pc:sldMk cId="0" sldId="300"/>
        </pc:sldMkLst>
        <pc:spChg chg="mod">
          <ac:chgData name="Ash B" userId="c1ac39c97ed008d7" providerId="LiveId" clId="{6DAC150C-0B84-47FC-82EE-3FE91D626679}" dt="2026-06-16T14:37:07.596" v="100" actId="20577"/>
          <ac:spMkLst>
            <pc:docMk/>
            <pc:sldMk cId="0" sldId="300"/>
            <ac:spMk id="825" creationId="{00000000-0000-0000-0000-000000000000}"/>
          </ac:spMkLst>
        </pc:spChg>
        <pc:graphicFrameChg chg="modGraphic">
          <ac:chgData name="Ash B" userId="c1ac39c97ed008d7" providerId="LiveId" clId="{6DAC150C-0B84-47FC-82EE-3FE91D626679}" dt="2026-06-16T14:39:56.138" v="124" actId="20577"/>
          <ac:graphicFrameMkLst>
            <pc:docMk/>
            <pc:sldMk cId="0" sldId="300"/>
            <ac:graphicFrameMk id="826" creationId="{00000000-0000-0000-0000-000000000000}"/>
          </ac:graphicFrameMkLst>
        </pc:graphicFrameChg>
      </pc:sldChg>
      <pc:sldChg chg="modSp mod">
        <pc:chgData name="Ash B" userId="c1ac39c97ed008d7" providerId="LiveId" clId="{6DAC150C-0B84-47FC-82EE-3FE91D626679}" dt="2026-06-16T14:39:28.336" v="114" actId="207"/>
        <pc:sldMkLst>
          <pc:docMk/>
          <pc:sldMk cId="0" sldId="301"/>
        </pc:sldMkLst>
        <pc:spChg chg="mod">
          <ac:chgData name="Ash B" userId="c1ac39c97ed008d7" providerId="LiveId" clId="{6DAC150C-0B84-47FC-82EE-3FE91D626679}" dt="2026-06-16T14:37:27.836" v="104" actId="20577"/>
          <ac:spMkLst>
            <pc:docMk/>
            <pc:sldMk cId="0" sldId="301"/>
            <ac:spMk id="834" creationId="{00000000-0000-0000-0000-000000000000}"/>
          </ac:spMkLst>
        </pc:spChg>
        <pc:graphicFrameChg chg="modGraphic">
          <ac:chgData name="Ash B" userId="c1ac39c97ed008d7" providerId="LiveId" clId="{6DAC150C-0B84-47FC-82EE-3FE91D626679}" dt="2026-06-16T14:39:28.336" v="114" actId="207"/>
          <ac:graphicFrameMkLst>
            <pc:docMk/>
            <pc:sldMk cId="0" sldId="301"/>
            <ac:graphicFrameMk id="833" creationId="{00000000-0000-0000-0000-000000000000}"/>
          </ac:graphicFrameMkLst>
        </pc:graphicFrameChg>
      </pc:sldChg>
      <pc:sldChg chg="modSp mod">
        <pc:chgData name="Ash B" userId="c1ac39c97ed008d7" providerId="LiveId" clId="{6DAC150C-0B84-47FC-82EE-3FE91D626679}" dt="2026-06-16T14:37:33.901" v="106" actId="20577"/>
        <pc:sldMkLst>
          <pc:docMk/>
          <pc:sldMk cId="0" sldId="302"/>
        </pc:sldMkLst>
        <pc:spChg chg="mod">
          <ac:chgData name="Ash B" userId="c1ac39c97ed008d7" providerId="LiveId" clId="{6DAC150C-0B84-47FC-82EE-3FE91D626679}" dt="2026-06-16T14:37:33.901" v="106" actId="20577"/>
          <ac:spMkLst>
            <pc:docMk/>
            <pc:sldMk cId="0" sldId="302"/>
            <ac:spMk id="841" creationId="{00000000-0000-0000-0000-000000000000}"/>
          </ac:spMkLst>
        </pc:spChg>
      </pc:sldChg>
      <pc:sldChg chg="modSp mod">
        <pc:chgData name="Ash B" userId="c1ac39c97ed008d7" providerId="LiveId" clId="{6DAC150C-0B84-47FC-82EE-3FE91D626679}" dt="2026-06-16T14:31:52.523" v="3" actId="20577"/>
        <pc:sldMkLst>
          <pc:docMk/>
          <pc:sldMk cId="3547517561" sldId="305"/>
        </pc:sldMkLst>
        <pc:spChg chg="mod">
          <ac:chgData name="Ash B" userId="c1ac39c97ed008d7" providerId="LiveId" clId="{6DAC150C-0B84-47FC-82EE-3FE91D626679}" dt="2026-06-16T14:31:52.523" v="3" actId="20577"/>
          <ac:spMkLst>
            <pc:docMk/>
            <pc:sldMk cId="3547517561" sldId="305"/>
            <ac:spMk id="218" creationId="{00000000-0000-0000-0000-000000000000}"/>
          </ac:spMkLst>
        </pc:spChg>
      </pc:sldChg>
      <pc:sldChg chg="addSp delSp modSp mod">
        <pc:chgData name="Ash B" userId="c1ac39c97ed008d7" providerId="LiveId" clId="{6DAC150C-0B84-47FC-82EE-3FE91D626679}" dt="2026-06-17T05:59:45.612" v="363" actId="478"/>
        <pc:sldMkLst>
          <pc:docMk/>
          <pc:sldMk cId="198293963" sldId="306"/>
        </pc:sldMkLst>
        <pc:spChg chg="del">
          <ac:chgData name="Ash B" userId="c1ac39c97ed008d7" providerId="LiveId" clId="{6DAC150C-0B84-47FC-82EE-3FE91D626679}" dt="2026-06-17T05:59:43.564" v="362" actId="478"/>
          <ac:spMkLst>
            <pc:docMk/>
            <pc:sldMk cId="198293963" sldId="306"/>
            <ac:spMk id="5" creationId="{8AF44D79-6150-CFD3-792E-DDBEE0CC4A61}"/>
          </ac:spMkLst>
        </pc:spChg>
        <pc:spChg chg="add mod">
          <ac:chgData name="Ash B" userId="c1ac39c97ed008d7" providerId="LiveId" clId="{6DAC150C-0B84-47FC-82EE-3FE91D626679}" dt="2026-06-16T14:32:48.540" v="14" actId="20577"/>
          <ac:spMkLst>
            <pc:docMk/>
            <pc:sldMk cId="198293963" sldId="306"/>
            <ac:spMk id="6" creationId="{25703CF7-56C7-B50A-830D-867DA36BAD5A}"/>
          </ac:spMkLst>
        </pc:spChg>
        <pc:spChg chg="del">
          <ac:chgData name="Ash B" userId="c1ac39c97ed008d7" providerId="LiveId" clId="{6DAC150C-0B84-47FC-82EE-3FE91D626679}" dt="2026-06-17T05:59:45.612" v="363" actId="478"/>
          <ac:spMkLst>
            <pc:docMk/>
            <pc:sldMk cId="198293963" sldId="306"/>
            <ac:spMk id="7" creationId="{74E2E3D9-BFEA-B8DD-0C9A-FBA3434B0404}"/>
          </ac:spMkLst>
        </pc:spChg>
      </pc:sldChg>
      <pc:sldChg chg="addSp modSp mod">
        <pc:chgData name="Ash B" userId="c1ac39c97ed008d7" providerId="LiveId" clId="{6DAC150C-0B84-47FC-82EE-3FE91D626679}" dt="2026-06-16T15:52:30.169" v="249"/>
        <pc:sldMkLst>
          <pc:docMk/>
          <pc:sldMk cId="893102759" sldId="307"/>
        </pc:sldMkLst>
        <pc:spChg chg="add mod">
          <ac:chgData name="Ash B" userId="c1ac39c97ed008d7" providerId="LiveId" clId="{6DAC150C-0B84-47FC-82EE-3FE91D626679}" dt="2026-06-16T14:33:18.258" v="23" actId="20577"/>
          <ac:spMkLst>
            <pc:docMk/>
            <pc:sldMk cId="893102759" sldId="307"/>
            <ac:spMk id="2" creationId="{399BA325-1454-B819-E0D8-1A6B6FE9A8B1}"/>
          </ac:spMkLst>
        </pc:spChg>
        <pc:spChg chg="add mod">
          <ac:chgData name="Ash B" userId="c1ac39c97ed008d7" providerId="LiveId" clId="{6DAC150C-0B84-47FC-82EE-3FE91D626679}" dt="2026-06-16T15:52:01.354" v="248" actId="20577"/>
          <ac:spMkLst>
            <pc:docMk/>
            <pc:sldMk cId="893102759" sldId="307"/>
            <ac:spMk id="3" creationId="{F68FFFC4-EBB0-3AD0-B147-E4CD715674D8}"/>
          </ac:spMkLst>
        </pc:spChg>
        <pc:spChg chg="add mod">
          <ac:chgData name="Ash B" userId="c1ac39c97ed008d7" providerId="LiveId" clId="{6DAC150C-0B84-47FC-82EE-3FE91D626679}" dt="2026-06-16T15:52:30.169" v="249"/>
          <ac:spMkLst>
            <pc:docMk/>
            <pc:sldMk cId="893102759" sldId="307"/>
            <ac:spMk id="5" creationId="{A2C3F9F8-D5AB-00F5-CC75-CF9FF86DD75F}"/>
          </ac:spMkLst>
        </pc:spChg>
      </pc:sldChg>
      <pc:sldChg chg="modSp mod">
        <pc:chgData name="Ash B" userId="c1ac39c97ed008d7" providerId="LiveId" clId="{6DAC150C-0B84-47FC-82EE-3FE91D626679}" dt="2026-06-17T06:57:16.998" v="373" actId="20577"/>
        <pc:sldMkLst>
          <pc:docMk/>
          <pc:sldMk cId="0" sldId="311"/>
        </pc:sldMkLst>
        <pc:spChg chg="mod">
          <ac:chgData name="Ash B" userId="c1ac39c97ed008d7" providerId="LiveId" clId="{6DAC150C-0B84-47FC-82EE-3FE91D626679}" dt="2026-06-16T14:33:40.978" v="32" actId="20577"/>
          <ac:spMkLst>
            <pc:docMk/>
            <pc:sldMk cId="0" sldId="311"/>
            <ac:spMk id="105" creationId="{8D1694D6-6F0A-91E4-9BA8-6B1691777B94}"/>
          </ac:spMkLst>
        </pc:spChg>
        <pc:graphicFrameChg chg="mod modGraphic">
          <ac:chgData name="Ash B" userId="c1ac39c97ed008d7" providerId="LiveId" clId="{6DAC150C-0B84-47FC-82EE-3FE91D626679}" dt="2026-06-17T06:57:16.998" v="373" actId="20577"/>
          <ac:graphicFrameMkLst>
            <pc:docMk/>
            <pc:sldMk cId="0" sldId="311"/>
            <ac:graphicFrameMk id="3" creationId="{AE79C943-B40D-E594-61B7-FB989F43236A}"/>
          </ac:graphicFrameMkLst>
        </pc:graphicFrameChg>
      </pc:sldChg>
      <pc:sldChg chg="addSp delSp modSp mod">
        <pc:chgData name="Ash B" userId="c1ac39c97ed008d7" providerId="LiveId" clId="{6DAC150C-0B84-47FC-82EE-3FE91D626679}" dt="2026-06-17T10:46:19.680" v="891" actId="403"/>
        <pc:sldMkLst>
          <pc:docMk/>
          <pc:sldMk cId="1635428555" sldId="312"/>
        </pc:sldMkLst>
        <pc:spChg chg="mod">
          <ac:chgData name="Ash B" userId="c1ac39c97ed008d7" providerId="LiveId" clId="{6DAC150C-0B84-47FC-82EE-3FE91D626679}" dt="2026-06-16T14:36:12.154" v="79" actId="20577"/>
          <ac:spMkLst>
            <pc:docMk/>
            <pc:sldMk cId="1635428555" sldId="312"/>
            <ac:spMk id="634" creationId="{00000000-0000-0000-0000-000000000000}"/>
          </ac:spMkLst>
        </pc:spChg>
        <pc:spChg chg="mod">
          <ac:chgData name="Ash B" userId="c1ac39c97ed008d7" providerId="LiveId" clId="{6DAC150C-0B84-47FC-82EE-3FE91D626679}" dt="2026-06-17T09:58:02.598" v="772" actId="1076"/>
          <ac:spMkLst>
            <pc:docMk/>
            <pc:sldMk cId="1635428555" sldId="312"/>
            <ac:spMk id="637" creationId="{00000000-0000-0000-0000-000000000000}"/>
          </ac:spMkLst>
        </pc:spChg>
        <pc:spChg chg="mod">
          <ac:chgData name="Ash B" userId="c1ac39c97ed008d7" providerId="LiveId" clId="{6DAC150C-0B84-47FC-82EE-3FE91D626679}" dt="2026-06-17T09:58:02.598" v="772" actId="1076"/>
          <ac:spMkLst>
            <pc:docMk/>
            <pc:sldMk cId="1635428555" sldId="312"/>
            <ac:spMk id="638" creationId="{00000000-0000-0000-0000-000000000000}"/>
          </ac:spMkLst>
        </pc:spChg>
        <pc:spChg chg="mod">
          <ac:chgData name="Ash B" userId="c1ac39c97ed008d7" providerId="LiveId" clId="{6DAC150C-0B84-47FC-82EE-3FE91D626679}" dt="2026-06-17T09:58:02.598" v="772" actId="1076"/>
          <ac:spMkLst>
            <pc:docMk/>
            <pc:sldMk cId="1635428555" sldId="312"/>
            <ac:spMk id="639" creationId="{00000000-0000-0000-0000-000000000000}"/>
          </ac:spMkLst>
        </pc:spChg>
        <pc:spChg chg="mod">
          <ac:chgData name="Ash B" userId="c1ac39c97ed008d7" providerId="LiveId" clId="{6DAC150C-0B84-47FC-82EE-3FE91D626679}" dt="2026-06-17T09:58:02.598" v="772" actId="1076"/>
          <ac:spMkLst>
            <pc:docMk/>
            <pc:sldMk cId="1635428555" sldId="312"/>
            <ac:spMk id="640" creationId="{00000000-0000-0000-0000-000000000000}"/>
          </ac:spMkLst>
        </pc:spChg>
        <pc:spChg chg="mod">
          <ac:chgData name="Ash B" userId="c1ac39c97ed008d7" providerId="LiveId" clId="{6DAC150C-0B84-47FC-82EE-3FE91D626679}" dt="2026-06-17T09:58:02.598" v="772" actId="1076"/>
          <ac:spMkLst>
            <pc:docMk/>
            <pc:sldMk cId="1635428555" sldId="312"/>
            <ac:spMk id="641" creationId="{00000000-0000-0000-0000-000000000000}"/>
          </ac:spMkLst>
        </pc:spChg>
        <pc:spChg chg="mod">
          <ac:chgData name="Ash B" userId="c1ac39c97ed008d7" providerId="LiveId" clId="{6DAC150C-0B84-47FC-82EE-3FE91D626679}" dt="2026-06-17T09:58:02.598" v="772" actId="1076"/>
          <ac:spMkLst>
            <pc:docMk/>
            <pc:sldMk cId="1635428555" sldId="312"/>
            <ac:spMk id="642" creationId="{00000000-0000-0000-0000-000000000000}"/>
          </ac:spMkLst>
        </pc:spChg>
        <pc:spChg chg="mod">
          <ac:chgData name="Ash B" userId="c1ac39c97ed008d7" providerId="LiveId" clId="{6DAC150C-0B84-47FC-82EE-3FE91D626679}" dt="2026-06-17T09:58:02.598" v="772" actId="1076"/>
          <ac:spMkLst>
            <pc:docMk/>
            <pc:sldMk cId="1635428555" sldId="312"/>
            <ac:spMk id="643" creationId="{00000000-0000-0000-0000-000000000000}"/>
          </ac:spMkLst>
        </pc:spChg>
        <pc:spChg chg="mod">
          <ac:chgData name="Ash B" userId="c1ac39c97ed008d7" providerId="LiveId" clId="{6DAC150C-0B84-47FC-82EE-3FE91D626679}" dt="2026-06-17T09:58:02.598" v="772" actId="1076"/>
          <ac:spMkLst>
            <pc:docMk/>
            <pc:sldMk cId="1635428555" sldId="312"/>
            <ac:spMk id="644" creationId="{00000000-0000-0000-0000-000000000000}"/>
          </ac:spMkLst>
        </pc:spChg>
        <pc:spChg chg="mod">
          <ac:chgData name="Ash B" userId="c1ac39c97ed008d7" providerId="LiveId" clId="{6DAC150C-0B84-47FC-82EE-3FE91D626679}" dt="2026-06-17T09:58:02.598" v="772" actId="1076"/>
          <ac:spMkLst>
            <pc:docMk/>
            <pc:sldMk cId="1635428555" sldId="312"/>
            <ac:spMk id="645" creationId="{00000000-0000-0000-0000-000000000000}"/>
          </ac:spMkLst>
        </pc:spChg>
        <pc:graphicFrameChg chg="del">
          <ac:chgData name="Ash B" userId="c1ac39c97ed008d7" providerId="LiveId" clId="{6DAC150C-0B84-47FC-82EE-3FE91D626679}" dt="2026-06-17T09:37:34.143" v="739" actId="478"/>
          <ac:graphicFrameMkLst>
            <pc:docMk/>
            <pc:sldMk cId="1635428555" sldId="312"/>
            <ac:graphicFrameMk id="2" creationId="{5F874C3F-5342-4E41-3BD3-36A4DC1EA7A7}"/>
          </ac:graphicFrameMkLst>
        </pc:graphicFrameChg>
        <pc:graphicFrameChg chg="add mod">
          <ac:chgData name="Ash B" userId="c1ac39c97ed008d7" providerId="LiveId" clId="{6DAC150C-0B84-47FC-82EE-3FE91D626679}" dt="2026-06-17T10:46:19.680" v="891" actId="403"/>
          <ac:graphicFrameMkLst>
            <pc:docMk/>
            <pc:sldMk cId="1635428555" sldId="312"/>
            <ac:graphicFrameMk id="3" creationId="{2017955F-4A0C-51AF-3C06-47A1BCE11DC2}"/>
          </ac:graphicFrameMkLst>
        </pc:graphicFrameChg>
      </pc:sldChg>
      <pc:sldChg chg="addSp modSp new del mod">
        <pc:chgData name="Ash B" userId="c1ac39c97ed008d7" providerId="LiveId" clId="{6DAC150C-0B84-47FC-82EE-3FE91D626679}" dt="2026-06-17T07:44:52.859" v="700" actId="47"/>
        <pc:sldMkLst>
          <pc:docMk/>
          <pc:sldMk cId="1101187858" sldId="313"/>
        </pc:sldMkLst>
        <pc:graphicFrameChg chg="add mod modGraphic">
          <ac:chgData name="Ash B" userId="c1ac39c97ed008d7" providerId="LiveId" clId="{6DAC150C-0B84-47FC-82EE-3FE91D626679}" dt="2026-06-17T07:40:12.936" v="612" actId="255"/>
          <ac:graphicFrameMkLst>
            <pc:docMk/>
            <pc:sldMk cId="1101187858" sldId="313"/>
            <ac:graphicFrameMk id="4" creationId="{2403A870-3BE4-A5E5-350F-5E0268FDE60E}"/>
          </ac:graphicFrameMkLst>
        </pc:graphicFrameChg>
      </pc:sldChg>
      <pc:sldChg chg="new del">
        <pc:chgData name="Ash B" userId="c1ac39c97ed008d7" providerId="LiveId" clId="{6DAC150C-0B84-47FC-82EE-3FE91D626679}" dt="2026-06-17T11:10:39.563" v="902" actId="47"/>
        <pc:sldMkLst>
          <pc:docMk/>
          <pc:sldMk cId="1826596355" sldId="313"/>
        </pc:sldMkLst>
      </pc:sldChg>
      <pc:sldChg chg="addSp delSp modSp new del mod">
        <pc:chgData name="Ash B" userId="c1ac39c97ed008d7" providerId="LiveId" clId="{6DAC150C-0B84-47FC-82EE-3FE91D626679}" dt="2026-06-17T07:36:24.929" v="605" actId="47"/>
        <pc:sldMkLst>
          <pc:docMk/>
          <pc:sldMk cId="4072575355" sldId="313"/>
        </pc:sldMkLst>
        <pc:graphicFrameChg chg="add del mod">
          <ac:chgData name="Ash B" userId="c1ac39c97ed008d7" providerId="LiveId" clId="{6DAC150C-0B84-47FC-82EE-3FE91D626679}" dt="2026-06-17T07:32:26.181" v="575" actId="478"/>
          <ac:graphicFrameMkLst>
            <pc:docMk/>
            <pc:sldMk cId="4072575355" sldId="313"/>
            <ac:graphicFrameMk id="4" creationId="{6FD06F10-7F74-9A0F-0B75-6046FBC5B181}"/>
          </ac:graphicFrameMkLst>
        </pc:graphicFrameChg>
        <pc:graphicFrameChg chg="add del mod modGraphic">
          <ac:chgData name="Ash B" userId="c1ac39c97ed008d7" providerId="LiveId" clId="{6DAC150C-0B84-47FC-82EE-3FE91D626679}" dt="2026-06-17T07:33:03.611" v="581" actId="478"/>
          <ac:graphicFrameMkLst>
            <pc:docMk/>
            <pc:sldMk cId="4072575355" sldId="313"/>
            <ac:graphicFrameMk id="5" creationId="{222D7620-7C5E-900D-2139-27F6E0D11063}"/>
          </ac:graphicFrameMkLst>
        </pc:graphicFrameChg>
        <pc:graphicFrameChg chg="add mod modGraphic">
          <ac:chgData name="Ash B" userId="c1ac39c97ed008d7" providerId="LiveId" clId="{6DAC150C-0B84-47FC-82EE-3FE91D626679}" dt="2026-06-17T07:33:59.948" v="596" actId="14734"/>
          <ac:graphicFrameMkLst>
            <pc:docMk/>
            <pc:sldMk cId="4072575355" sldId="313"/>
            <ac:graphicFrameMk id="6" creationId="{5A41D13C-B7A6-CF20-54B6-811A965BEB88}"/>
          </ac:graphicFrameMkLst>
        </pc:graphicFrameChg>
      </pc:sldChg>
      <pc:sldChg chg="add">
        <pc:chgData name="Ash B" userId="c1ac39c97ed008d7" providerId="LiveId" clId="{6DAC150C-0B84-47FC-82EE-3FE91D626679}" dt="2026-06-17T11:10:37.598" v="901"/>
        <pc:sldMkLst>
          <pc:docMk/>
          <pc:sldMk cId="4136616165" sldId="314"/>
        </pc:sldMkLst>
      </pc:sldChg>
      <pc:sldChg chg="add del">
        <pc:chgData name="Ash B" userId="c1ac39c97ed008d7" providerId="LiveId" clId="{6DAC150C-0B84-47FC-82EE-3FE91D626679}" dt="2026-06-18T07:03:01.250" v="1153" actId="47"/>
        <pc:sldMkLst>
          <pc:docMk/>
          <pc:sldMk cId="4052987570" sldId="315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5659" cy="496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50443" y="0"/>
            <a:ext cx="2945659" cy="496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30091"/>
            <a:ext cx="2945659" cy="496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0913111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107" name="Google Shape;10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24797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p3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60040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p3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22797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8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9" name="Google Shape;26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838457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8" name="Google Shape;838;p59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295662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1"/>
          <p:cNvSpPr txBox="1"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61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1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61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61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4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64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" name="Google Shape;27;p64"/>
          <p:cNvSpPr txBox="1">
            <a:spLocks noGrp="1"/>
          </p:cNvSpPr>
          <p:nvPr>
            <p:ph type="dt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Google Shape;28;p64"/>
          <p:cNvSpPr txBox="1">
            <a:spLocks noGrp="1"/>
          </p:cNvSpPr>
          <p:nvPr>
            <p:ph type="ftr" idx="11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4"/>
          <p:cNvSpPr txBox="1">
            <a:spLocks noGrp="1"/>
          </p:cNvSpPr>
          <p:nvPr>
            <p:ph type="sldNum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 type="title">
  <p:cSld name="TITLE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" name="Google Shape;33;p6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6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Google Shape;35;p6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8"/>
          <p:cNvSpPr/>
          <p:nvPr/>
        </p:nvSpPr>
        <p:spPr>
          <a:xfrm>
            <a:off x="0" y="-20367"/>
            <a:ext cx="9144000" cy="68711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1C3052"/>
            </a:solidFill>
            <a:prstDash val="solid"/>
            <a:miter lim="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endParaRPr sz="1013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" name="Google Shape;39;p68" descr="Ico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353578" y="6250591"/>
            <a:ext cx="1989947" cy="482784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68"/>
          <p:cNvSpPr txBox="1"/>
          <p:nvPr/>
        </p:nvSpPr>
        <p:spPr>
          <a:xfrm>
            <a:off x="0" y="6525626"/>
            <a:ext cx="25146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IN" sz="900" b="1" i="0" u="none" strike="noStrike" cap="none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 of ECE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68"/>
          <p:cNvSpPr txBox="1"/>
          <p:nvPr/>
        </p:nvSpPr>
        <p:spPr>
          <a:xfrm>
            <a:off x="8079582" y="6525626"/>
            <a:ext cx="86439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IN" sz="900" b="1" i="0" u="none" strike="noStrike" cap="none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0</a:t>
            </a:r>
            <a:fld id="{00000000-1234-1234-1234-123412341234}" type="slidenum">
              <a:rPr lang="en-IN" sz="900" b="1" i="0" u="none" strike="noStrike" cap="none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 sz="900" b="1" i="0" u="none" strike="noStrike" cap="none">
              <a:solidFill>
                <a:srgbClr val="00206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9"/>
          <p:cNvSpPr txBox="1">
            <a:spLocks noGrp="1"/>
          </p:cNvSpPr>
          <p:nvPr>
            <p:ph type="title"/>
          </p:nvPr>
        </p:nvSpPr>
        <p:spPr>
          <a:xfrm>
            <a:off x="623888" y="1709740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" name="Google Shape;44;p69"/>
          <p:cNvSpPr txBox="1">
            <a:spLocks noGrp="1"/>
          </p:cNvSpPr>
          <p:nvPr>
            <p:ph type="body" idx="1"/>
          </p:nvPr>
        </p:nvSpPr>
        <p:spPr>
          <a:xfrm>
            <a:off x="623888" y="4589465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69"/>
          <p:cNvSpPr txBox="1">
            <a:spLocks noGrp="1"/>
          </p:cNvSpPr>
          <p:nvPr>
            <p:ph type="dt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69"/>
          <p:cNvSpPr txBox="1">
            <a:spLocks noGrp="1"/>
          </p:cNvSpPr>
          <p:nvPr>
            <p:ph type="ftr" idx="11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9"/>
          <p:cNvSpPr txBox="1">
            <a:spLocks noGrp="1"/>
          </p:cNvSpPr>
          <p:nvPr>
            <p:ph type="sldNum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0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" name="Google Shape;50;p70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Google Shape;51;p70"/>
          <p:cNvSpPr txBox="1">
            <a:spLocks noGrp="1"/>
          </p:cNvSpPr>
          <p:nvPr>
            <p:ph type="body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70"/>
          <p:cNvSpPr txBox="1">
            <a:spLocks noGrp="1"/>
          </p:cNvSpPr>
          <p:nvPr>
            <p:ph type="dt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70"/>
          <p:cNvSpPr txBox="1">
            <a:spLocks noGrp="1"/>
          </p:cNvSpPr>
          <p:nvPr>
            <p:ph type="ftr" idx="11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0"/>
          <p:cNvSpPr txBox="1">
            <a:spLocks noGrp="1"/>
          </p:cNvSpPr>
          <p:nvPr>
            <p:ph type="sldNum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1"/>
          <p:cNvSpPr txBox="1">
            <a:spLocks noGrp="1"/>
          </p:cNvSpPr>
          <p:nvPr>
            <p:ph type="title"/>
          </p:nvPr>
        </p:nvSpPr>
        <p:spPr>
          <a:xfrm>
            <a:off x="629841" y="365127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" name="Google Shape;57;p71"/>
          <p:cNvSpPr txBox="1">
            <a:spLocks noGrp="1"/>
          </p:cNvSpPr>
          <p:nvPr>
            <p:ph type="body" idx="1"/>
          </p:nvPr>
        </p:nvSpPr>
        <p:spPr>
          <a:xfrm>
            <a:off x="629842" y="1681164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71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p71"/>
          <p:cNvSpPr txBox="1">
            <a:spLocks noGrp="1"/>
          </p:cNvSpPr>
          <p:nvPr>
            <p:ph type="body" idx="3"/>
          </p:nvPr>
        </p:nvSpPr>
        <p:spPr>
          <a:xfrm>
            <a:off x="4629151" y="1681164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Google Shape;60;p71"/>
          <p:cNvSpPr txBox="1">
            <a:spLocks noGrp="1"/>
          </p:cNvSpPr>
          <p:nvPr>
            <p:ph type="body" idx="4"/>
          </p:nvPr>
        </p:nvSpPr>
        <p:spPr>
          <a:xfrm>
            <a:off x="4629151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71"/>
          <p:cNvSpPr txBox="1">
            <a:spLocks noGrp="1"/>
          </p:cNvSpPr>
          <p:nvPr>
            <p:ph type="dt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71"/>
          <p:cNvSpPr txBox="1">
            <a:spLocks noGrp="1"/>
          </p:cNvSpPr>
          <p:nvPr>
            <p:ph type="ftr" idx="11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71"/>
          <p:cNvSpPr txBox="1">
            <a:spLocks noGrp="1"/>
          </p:cNvSpPr>
          <p:nvPr>
            <p:ph type="sldNum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72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6" name="Google Shape;66;p72"/>
          <p:cNvSpPr txBox="1">
            <a:spLocks noGrp="1"/>
          </p:cNvSpPr>
          <p:nvPr>
            <p:ph type="dt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72"/>
          <p:cNvSpPr txBox="1">
            <a:spLocks noGrp="1"/>
          </p:cNvSpPr>
          <p:nvPr>
            <p:ph type="ftr" idx="11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72"/>
          <p:cNvSpPr txBox="1">
            <a:spLocks noGrp="1"/>
          </p:cNvSpPr>
          <p:nvPr>
            <p:ph type="sldNum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73"/>
          <p:cNvSpPr txBox="1">
            <a:spLocks noGrp="1"/>
          </p:cNvSpPr>
          <p:nvPr>
            <p:ph type="dt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73"/>
          <p:cNvSpPr txBox="1">
            <a:spLocks noGrp="1"/>
          </p:cNvSpPr>
          <p:nvPr>
            <p:ph type="ftr" idx="11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73"/>
          <p:cNvSpPr txBox="1">
            <a:spLocks noGrp="1"/>
          </p:cNvSpPr>
          <p:nvPr>
            <p:ph type="sldNum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4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" name="Google Shape;75;p74"/>
          <p:cNvSpPr txBox="1">
            <a:spLocks noGrp="1"/>
          </p:cNvSpPr>
          <p:nvPr>
            <p:ph type="body" idx="1"/>
          </p:nvPr>
        </p:nvSpPr>
        <p:spPr>
          <a:xfrm>
            <a:off x="3887391" y="987427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74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74"/>
          <p:cNvSpPr txBox="1">
            <a:spLocks noGrp="1"/>
          </p:cNvSpPr>
          <p:nvPr>
            <p:ph type="dt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8" name="Google Shape;78;p74"/>
          <p:cNvSpPr txBox="1">
            <a:spLocks noGrp="1"/>
          </p:cNvSpPr>
          <p:nvPr>
            <p:ph type="ftr" idx="11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74"/>
          <p:cNvSpPr txBox="1">
            <a:spLocks noGrp="1"/>
          </p:cNvSpPr>
          <p:nvPr>
            <p:ph type="sldNum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5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" name="Google Shape;82;p75"/>
          <p:cNvSpPr>
            <a:spLocks noGrp="1"/>
          </p:cNvSpPr>
          <p:nvPr>
            <p:ph type="pic" idx="2"/>
          </p:nvPr>
        </p:nvSpPr>
        <p:spPr>
          <a:xfrm>
            <a:off x="3887391" y="987427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75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Google Shape;84;p75"/>
          <p:cNvSpPr txBox="1">
            <a:spLocks noGrp="1"/>
          </p:cNvSpPr>
          <p:nvPr>
            <p:ph type="dt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Google Shape;85;p75"/>
          <p:cNvSpPr txBox="1">
            <a:spLocks noGrp="1"/>
          </p:cNvSpPr>
          <p:nvPr>
            <p:ph type="ftr" idx="11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75"/>
          <p:cNvSpPr txBox="1">
            <a:spLocks noGrp="1"/>
          </p:cNvSpPr>
          <p:nvPr>
            <p:ph type="sldNum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6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" name="Google Shape;89;p76"/>
          <p:cNvSpPr txBox="1">
            <a:spLocks noGrp="1"/>
          </p:cNvSpPr>
          <p:nvPr>
            <p:ph type="body" idx="1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0" name="Google Shape;90;p76"/>
          <p:cNvSpPr txBox="1">
            <a:spLocks noGrp="1"/>
          </p:cNvSpPr>
          <p:nvPr>
            <p:ph type="dt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1" name="Google Shape;91;p76"/>
          <p:cNvSpPr txBox="1">
            <a:spLocks noGrp="1"/>
          </p:cNvSpPr>
          <p:nvPr>
            <p:ph type="ftr" idx="11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76"/>
          <p:cNvSpPr txBox="1">
            <a:spLocks noGrp="1"/>
          </p:cNvSpPr>
          <p:nvPr>
            <p:ph type="sldNum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7"/>
          <p:cNvSpPr txBox="1">
            <a:spLocks noGrp="1"/>
          </p:cNvSpPr>
          <p:nvPr>
            <p:ph type="title"/>
          </p:nvPr>
        </p:nvSpPr>
        <p:spPr>
          <a:xfrm rot="5400000">
            <a:off x="4623595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" name="Google Shape;95;p77"/>
          <p:cNvSpPr txBox="1">
            <a:spLocks noGrp="1"/>
          </p:cNvSpPr>
          <p:nvPr>
            <p:ph type="body" idx="1"/>
          </p:nvPr>
        </p:nvSpPr>
        <p:spPr>
          <a:xfrm rot="5400000">
            <a:off x="623095" y="370682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6" name="Google Shape;96;p77"/>
          <p:cNvSpPr txBox="1">
            <a:spLocks noGrp="1"/>
          </p:cNvSpPr>
          <p:nvPr>
            <p:ph type="dt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7" name="Google Shape;97;p77"/>
          <p:cNvSpPr txBox="1">
            <a:spLocks noGrp="1"/>
          </p:cNvSpPr>
          <p:nvPr>
            <p:ph type="ftr" idx="11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77"/>
          <p:cNvSpPr txBox="1">
            <a:spLocks noGrp="1"/>
          </p:cNvSpPr>
          <p:nvPr>
            <p:ph type="sldNum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8"/>
          <p:cNvSpPr txBox="1">
            <a:spLocks noGrp="1"/>
          </p:cNvSpPr>
          <p:nvPr>
            <p:ph type="ctrTitle"/>
          </p:nvPr>
        </p:nvSpPr>
        <p:spPr>
          <a:xfrm>
            <a:off x="685800" y="1122364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31"/>
              <a:buFont typeface="Calibri"/>
              <a:buNone/>
              <a:defRPr sz="2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1" name="Google Shape;101;p78"/>
          <p:cNvSpPr txBox="1">
            <a:spLocks noGrp="1"/>
          </p:cNvSpPr>
          <p:nvPr>
            <p:ph type="subTitle" idx="1"/>
          </p:nvPr>
        </p:nvSpPr>
        <p:spPr>
          <a:xfrm>
            <a:off x="1143000" y="3602040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44"/>
              <a:buFont typeface="Arial"/>
              <a:buNone/>
              <a:defRPr sz="8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60"/>
              <a:buFont typeface="Arial"/>
              <a:buNone/>
              <a:defRPr sz="7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2" name="Google Shape;102;p78"/>
          <p:cNvSpPr txBox="1">
            <a:spLocks noGrp="1"/>
          </p:cNvSpPr>
          <p:nvPr>
            <p:ph type="dt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3" name="Google Shape;103;p78"/>
          <p:cNvSpPr txBox="1">
            <a:spLocks noGrp="1"/>
          </p:cNvSpPr>
          <p:nvPr>
            <p:ph type="ftr" idx="11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78"/>
          <p:cNvSpPr txBox="1">
            <a:spLocks noGrp="1"/>
          </p:cNvSpPr>
          <p:nvPr>
            <p:ph type="sldNum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5.xml"/><Relationship Id="rId14" Type="http://schemas.openxmlformats.org/officeDocument/2006/relationships/theme" Target="../theme/theme2.xml"/><Relationship Id="rId1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0"/>
          <p:cNvSpPr/>
          <p:nvPr/>
        </p:nvSpPr>
        <p:spPr>
          <a:xfrm>
            <a:off x="0" y="5207000"/>
            <a:ext cx="9144000" cy="1390352"/>
          </a:xfrm>
          <a:prstGeom prst="rect">
            <a:avLst/>
          </a:prstGeom>
          <a:solidFill>
            <a:srgbClr val="538C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3"/>
          <p:cNvSpPr txBox="1">
            <a:spLocks noGrp="1"/>
          </p:cNvSpPr>
          <p:nvPr>
            <p:ph type="ftr" idx="11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" name="Google Shape;21;p63"/>
          <p:cNvSpPr txBox="1">
            <a:spLocks noGrp="1"/>
          </p:cNvSpPr>
          <p:nvPr>
            <p:ph type="sldNum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2" name="Google Shape;22;p63" descr="Icon&#10;&#10;Description automatically generated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3723144" y="6401397"/>
            <a:ext cx="1697712" cy="27503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63"/>
          <p:cNvSpPr/>
          <p:nvPr/>
        </p:nvSpPr>
        <p:spPr>
          <a:xfrm>
            <a:off x="0" y="-1317"/>
            <a:ext cx="9144000" cy="61091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1C3052"/>
            </a:solidFill>
            <a:prstDash val="solid"/>
            <a:miter lim="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endParaRPr sz="1013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"/>
          <p:cNvSpPr/>
          <p:nvPr/>
        </p:nvSpPr>
        <p:spPr>
          <a:xfrm>
            <a:off x="2549891" y="1670294"/>
            <a:ext cx="4572000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IN" sz="12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Nitte, Karkala, Udupi (Dist.) Karnataka, India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1" descr="M.E./M.Tech at NMAM Institute of Technology: Courses and Fees 2025"/>
          <p:cNvPicPr preferRelativeResize="0"/>
          <p:nvPr/>
        </p:nvPicPr>
        <p:blipFill rotWithShape="1">
          <a:blip r:embed="rId3">
            <a:alphaModFix/>
          </a:blip>
          <a:srcRect l="-1" r="687"/>
          <a:stretch/>
        </p:blipFill>
        <p:spPr>
          <a:xfrm>
            <a:off x="1" y="85725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"/>
          <p:cNvSpPr/>
          <p:nvPr/>
        </p:nvSpPr>
        <p:spPr>
          <a:xfrm>
            <a:off x="1" y="5051026"/>
            <a:ext cx="9143999" cy="958437"/>
          </a:xfrm>
          <a:prstGeom prst="rect">
            <a:avLst/>
          </a:prstGeom>
          <a:solidFill>
            <a:srgbClr val="D6E3BC"/>
          </a:solidFill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IN" sz="27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Department of Information Science and Engineering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" name="Google Shape;112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94459" y="895795"/>
            <a:ext cx="5587452" cy="774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4964" y="634134"/>
            <a:ext cx="7772400" cy="1470025"/>
          </a:xfrm>
        </p:spPr>
        <p:txBody>
          <a:bodyPr/>
          <a:lstStyle/>
          <a:p>
            <a:pPr algn="ctr"/>
            <a:r>
              <a:rPr lang="en-IN" dirty="0" smtClean="0"/>
              <a:t>Machine Learning Based Lifecycle Intelligence System for Non-Biodegradable Automotive Materials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68582" y="3525982"/>
            <a:ext cx="6400800" cy="1752600"/>
          </a:xfrm>
        </p:spPr>
        <p:txBody>
          <a:bodyPr/>
          <a:lstStyle/>
          <a:p>
            <a:r>
              <a:rPr lang="en-IN" dirty="0" smtClean="0"/>
              <a:t>Team 53</a:t>
            </a:r>
          </a:p>
          <a:p>
            <a:r>
              <a:rPr lang="en-IN" dirty="0" smtClean="0"/>
              <a:t>Prajwal B T (NNM23IS128), V K Ronith (NNM23IS203), Srinidhi D S (NNM23IS185), Swaroop Sathish Y (NNM23IS191)</a:t>
            </a:r>
          </a:p>
          <a:p>
            <a:r>
              <a:rPr lang="en-IN" dirty="0" smtClean="0"/>
              <a:t>Guide: Pratheeksha Hegde 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4948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/>
          <p:nvPr/>
        </p:nvSpPr>
        <p:spPr>
          <a:xfrm>
            <a:off x="0" y="-13854"/>
            <a:ext cx="9144000" cy="53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rebuchet MS"/>
              <a:buNone/>
            </a:pPr>
            <a:r>
              <a:rPr lang="en-IN" sz="2800" b="1" i="0" u="none" strike="noStrike" cap="none" dirty="0" smtClean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AGENDA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7442200" y="6554840"/>
            <a:ext cx="15367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0</a:t>
            </a:r>
            <a:r>
              <a:rPr lang="en-IN" sz="1600" b="1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1600" b="1" i="0" u="none" strike="noStrike" cap="none" dirty="0">
              <a:solidFill>
                <a:srgbClr val="00206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0" name="Google Shape;150;p3"/>
          <p:cNvSpPr txBox="1"/>
          <p:nvPr/>
        </p:nvSpPr>
        <p:spPr>
          <a:xfrm>
            <a:off x="163800" y="6554840"/>
            <a:ext cx="43245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 of ISE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4977" y="1132898"/>
            <a:ext cx="7886700" cy="4351338"/>
          </a:xfrm>
        </p:spPr>
        <p:txBody>
          <a:bodyPr/>
          <a:lstStyle/>
          <a:p>
            <a:r>
              <a:rPr lang="en-IN" dirty="0" smtClean="0"/>
              <a:t>Introduction</a:t>
            </a:r>
          </a:p>
          <a:p>
            <a:r>
              <a:rPr lang="en-IN" dirty="0" smtClean="0"/>
              <a:t>Literature Gap</a:t>
            </a:r>
          </a:p>
          <a:p>
            <a:r>
              <a:rPr lang="en-IN" dirty="0" smtClean="0"/>
              <a:t>Motivation</a:t>
            </a:r>
          </a:p>
          <a:p>
            <a:r>
              <a:rPr lang="en-IN" dirty="0" smtClean="0"/>
              <a:t>Problem Statement</a:t>
            </a:r>
          </a:p>
          <a:p>
            <a:r>
              <a:rPr lang="en-IN" dirty="0" smtClean="0"/>
              <a:t>Objectives</a:t>
            </a:r>
          </a:p>
          <a:p>
            <a:r>
              <a:rPr lang="en-IN" dirty="0" smtClean="0"/>
              <a:t>Methodology</a:t>
            </a:r>
          </a:p>
          <a:p>
            <a:r>
              <a:rPr lang="en-IN" dirty="0" smtClean="0"/>
              <a:t>References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/>
          <p:nvPr/>
        </p:nvSpPr>
        <p:spPr>
          <a:xfrm>
            <a:off x="0" y="-13854"/>
            <a:ext cx="9144000" cy="53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rebuchet MS"/>
              <a:buNone/>
            </a:pPr>
            <a:r>
              <a:rPr lang="en-IN" sz="2800" b="1" i="0" u="none" strike="noStrike" cap="none" dirty="0" smtClean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7442200" y="6554840"/>
            <a:ext cx="15367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0</a:t>
            </a:r>
            <a:r>
              <a:rPr lang="en-IN" sz="1600" b="1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1600" b="1" i="0" u="none" strike="noStrike" cap="none" dirty="0">
              <a:solidFill>
                <a:srgbClr val="00206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0" name="Google Shape;150;p3"/>
          <p:cNvSpPr txBox="1"/>
          <p:nvPr/>
        </p:nvSpPr>
        <p:spPr>
          <a:xfrm>
            <a:off x="163800" y="6554840"/>
            <a:ext cx="43245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 of ISE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4977" y="1132898"/>
            <a:ext cx="7886700" cy="4351338"/>
          </a:xfrm>
        </p:spPr>
        <p:txBody>
          <a:bodyPr>
            <a:normAutofit/>
          </a:bodyPr>
          <a:lstStyle/>
          <a:p>
            <a:pPr marL="457200" lvl="0" indent="-4064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IN" sz="18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Modern automobiles increasingly use non-biodegradable materials, such as composite fibers, reinforced plastics, and polymer-based materials, to boost performance</a:t>
            </a:r>
          </a:p>
          <a:p>
            <a:pPr marL="457200" lvl="0" indent="-4064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IN" sz="18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These materials become a major environmental hazard once vehicles reach their end-of-life (EOL) stage</a:t>
            </a:r>
          </a:p>
          <a:p>
            <a:pPr marL="457200" lvl="0" indent="-4064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IN" sz="18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Improper handling at EOL causes soil pollution and loss of reusable resources</a:t>
            </a:r>
          </a:p>
          <a:p>
            <a:pPr marL="457200" lvl="0" indent="-4064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IN" sz="18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The rising number of end-of-life vehicles is outpacing the intelligence of current waste-management practices</a:t>
            </a:r>
          </a:p>
          <a:p>
            <a:pPr marL="457200" lvl="0" indent="-4064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IN" sz="18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Proposed solution: an ML-based software application that analyzes automotive material lifecycle data for intelligent, sustainable waste management</a:t>
            </a:r>
          </a:p>
        </p:txBody>
      </p:sp>
    </p:spTree>
    <p:extLst>
      <p:ext uri="{BB962C8B-B14F-4D97-AF65-F5344CB8AC3E}">
        <p14:creationId xmlns:p14="http://schemas.microsoft.com/office/powerpoint/2010/main" val="1508646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8"/>
          <p:cNvSpPr txBox="1"/>
          <p:nvPr/>
        </p:nvSpPr>
        <p:spPr>
          <a:xfrm>
            <a:off x="193473" y="6436853"/>
            <a:ext cx="43245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 of ISE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23;p3"/>
          <p:cNvSpPr txBox="1"/>
          <p:nvPr/>
        </p:nvSpPr>
        <p:spPr>
          <a:xfrm>
            <a:off x="0" y="-13854"/>
            <a:ext cx="9144000" cy="53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rebuchet MS"/>
              <a:buNone/>
            </a:pPr>
            <a:r>
              <a:rPr lang="en-IN" sz="2800" b="1" i="0" u="none" strike="noStrike" cap="none" dirty="0" smtClean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LITERATURE GAP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4977" y="1132898"/>
            <a:ext cx="7886700" cy="4351338"/>
          </a:xfrm>
        </p:spPr>
        <p:txBody>
          <a:bodyPr>
            <a:normAutofit/>
          </a:bodyPr>
          <a:lstStyle/>
          <a:p>
            <a:pPr marL="457200" lvl="0" indent="-4064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IN" sz="17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Existing research is siloed: composite recycling, ELV policy compliance, lifecycle assessment (LCA), and ML-based material classification are studied independently</a:t>
            </a:r>
          </a:p>
          <a:p>
            <a:pPr marL="457200" lvl="0" indent="-4064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IN" sz="17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No integrated system combines material identification, environmental risk prediction, and lifecycle decision support in one real-time tool</a:t>
            </a:r>
          </a:p>
          <a:p>
            <a:pPr marL="457200" lvl="0" indent="-4064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IN" sz="17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Current ELV systems are reactive, processing materials first and assessing consequences afterward</a:t>
            </a:r>
          </a:p>
          <a:p>
            <a:pPr marL="457200" lvl="0" indent="-4064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IN" sz="17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Limited use of ML specifically for pre-processing risk prediction; most ML use targets shredding efficiency and metal recovery only</a:t>
            </a:r>
          </a:p>
          <a:p>
            <a:pPr marL="457200" lvl="0" indent="-4064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IN" sz="17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No dynamic, rule-based decision support system that links ML predictions to actionable processing recommendations</a:t>
            </a:r>
          </a:p>
          <a:p>
            <a:pPr marL="457200" lvl="0" indent="-4064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IN" sz="17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Few fully functional prototypes exist, as most current work is theoretical or small-scale simulation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/>
          <p:nvPr/>
        </p:nvSpPr>
        <p:spPr>
          <a:xfrm>
            <a:off x="0" y="-13854"/>
            <a:ext cx="9144000" cy="53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rebuchet MS"/>
              <a:buNone/>
            </a:pPr>
            <a:r>
              <a:rPr lang="en-IN" sz="2800" b="1" i="0" u="none" strike="noStrike" cap="none" dirty="0" smtClean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MOTIVATION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7442200" y="6554840"/>
            <a:ext cx="15367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0</a:t>
            </a:r>
            <a:r>
              <a:rPr lang="en-IN" sz="1600" b="1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1600" b="1" i="0" u="none" strike="noStrike" cap="none" dirty="0">
              <a:solidFill>
                <a:srgbClr val="00206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0" name="Google Shape;150;p3"/>
          <p:cNvSpPr txBox="1"/>
          <p:nvPr/>
        </p:nvSpPr>
        <p:spPr>
          <a:xfrm>
            <a:off x="163800" y="6554840"/>
            <a:ext cx="43245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 of ISE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4977" y="1132898"/>
            <a:ext cx="7886700" cy="4351338"/>
          </a:xfrm>
        </p:spPr>
        <p:txBody>
          <a:bodyPr>
            <a:normAutofit/>
          </a:bodyPr>
          <a:lstStyle/>
          <a:p>
            <a:pPr marL="457200" lvl="0" indent="-4064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Non-biodegradable materials, such as composite fibers, reinforced plastics, and polymer-based materials, are increasingly used in automobiles to enhance performance</a:t>
            </a:r>
          </a:p>
          <a:p>
            <a:pPr marL="457200" lvl="0" indent="-4064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At the end-of-life stage, if these materials are not properly handled, soil pollution and loss of reusable resources take place</a:t>
            </a:r>
          </a:p>
          <a:p>
            <a:pPr marL="457200" lvl="0" indent="-4064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The rising number of end-of-life vehicles surpasses the intelligence of current waste management practices</a:t>
            </a:r>
          </a:p>
          <a:p>
            <a:pPr marL="457200" lvl="0" indent="-4064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Current practices are inadequate for analyzing waste materials and determining environmental risks</a:t>
            </a:r>
          </a:p>
          <a:p>
            <a:pPr marL="457200" lvl="0" indent="-4064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This motivates the need for an efficient, intelligent waste management practice using a machine learning-based software application</a:t>
            </a:r>
          </a:p>
        </p:txBody>
      </p:sp>
    </p:spTree>
    <p:extLst>
      <p:ext uri="{BB962C8B-B14F-4D97-AF65-F5344CB8AC3E}">
        <p14:creationId xmlns:p14="http://schemas.microsoft.com/office/powerpoint/2010/main" val="1508646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/>
          <p:nvPr/>
        </p:nvSpPr>
        <p:spPr>
          <a:xfrm>
            <a:off x="0" y="-13854"/>
            <a:ext cx="9144000" cy="53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rebuchet MS"/>
              <a:buNone/>
            </a:pPr>
            <a:r>
              <a:rPr lang="en-IN" sz="2800" b="1" i="0" u="none" strike="noStrike" cap="none" dirty="0" smtClean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PROBLEM STATEMENT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7442200" y="6554840"/>
            <a:ext cx="15367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0</a:t>
            </a:r>
            <a:r>
              <a:rPr lang="en-IN" sz="1600" b="1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1600" b="1" i="0" u="none" strike="noStrike" cap="none" dirty="0">
              <a:solidFill>
                <a:srgbClr val="00206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0" name="Google Shape;150;p3"/>
          <p:cNvSpPr txBox="1"/>
          <p:nvPr/>
        </p:nvSpPr>
        <p:spPr>
          <a:xfrm>
            <a:off x="163800" y="6554840"/>
            <a:ext cx="43245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 of ISE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4977" y="1132898"/>
            <a:ext cx="7886700" cy="4351338"/>
          </a:xfrm>
        </p:spPr>
        <p:txBody>
          <a:bodyPr anchor="ctr">
            <a:norm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Current waste-management systems lack intelligent tools to classify non-biodegradable automotive materials and predict their environmental risk before mechanical processing, leading to inappropriate disposal and environmental damage.</a:t>
            </a:r>
          </a:p>
        </p:txBody>
      </p:sp>
    </p:spTree>
    <p:extLst>
      <p:ext uri="{BB962C8B-B14F-4D97-AF65-F5344CB8AC3E}">
        <p14:creationId xmlns:p14="http://schemas.microsoft.com/office/powerpoint/2010/main" val="1508646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/>
          <p:nvPr/>
        </p:nvSpPr>
        <p:spPr>
          <a:xfrm>
            <a:off x="0" y="-13854"/>
            <a:ext cx="9144000" cy="53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rebuchet MS"/>
              <a:buNone/>
            </a:pPr>
            <a:r>
              <a:rPr lang="en-IN" sz="2800" b="1" i="0" u="none" strike="noStrike" cap="none" dirty="0" smtClean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OBJECTIVES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7442200" y="6554840"/>
            <a:ext cx="15367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0</a:t>
            </a:r>
            <a:r>
              <a:rPr lang="en-IN" sz="1600" b="1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1600" b="1" i="0" u="none" strike="noStrike" cap="none" dirty="0">
              <a:solidFill>
                <a:srgbClr val="00206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0" name="Google Shape;150;p3"/>
          <p:cNvSpPr txBox="1"/>
          <p:nvPr/>
        </p:nvSpPr>
        <p:spPr>
          <a:xfrm>
            <a:off x="163800" y="6554840"/>
            <a:ext cx="43245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 of ISE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4977" y="1132898"/>
            <a:ext cx="7886700" cy="4351338"/>
          </a:xfrm>
        </p:spPr>
        <p:txBody>
          <a:bodyPr>
            <a:normAutofit/>
          </a:bodyPr>
          <a:lstStyle/>
          <a:p>
            <a:pPr marL="457200" lvl="0" indent="-4064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-IN" sz="19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Analyze lifecycle data of non-biodegradable automotive materials; perform data preprocessing and feature extraction</a:t>
            </a:r>
          </a:p>
          <a:p>
            <a:pPr marL="457200" lvl="0" indent="-4064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-IN" sz="19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Implement supervised ML algorithms to classify materials into recyclable, reusable, or disposal categories</a:t>
            </a:r>
          </a:p>
          <a:p>
            <a:pPr marL="457200" lvl="0" indent="-4064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-IN" sz="19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Evaluate and compare model performance using Accuracy, Precision, Recall, F1-Score, and Confusion Matrix</a:t>
            </a:r>
          </a:p>
          <a:p>
            <a:pPr marL="457200" lvl="0" indent="-4064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-IN" sz="19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Identify the best-performing model and develop a simple lifecycle intelligence system supporting sustainable decision-making</a:t>
            </a:r>
          </a:p>
        </p:txBody>
      </p:sp>
    </p:spTree>
    <p:extLst>
      <p:ext uri="{BB962C8B-B14F-4D97-AF65-F5344CB8AC3E}">
        <p14:creationId xmlns:p14="http://schemas.microsoft.com/office/powerpoint/2010/main" val="1508646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/>
          <p:nvPr/>
        </p:nvSpPr>
        <p:spPr>
          <a:xfrm>
            <a:off x="0" y="-13854"/>
            <a:ext cx="9144000" cy="53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rebuchet MS"/>
              <a:buNone/>
            </a:pPr>
            <a:r>
              <a:rPr lang="en-IN" sz="2800" b="1" i="0" u="none" strike="noStrike" cap="none" dirty="0" smtClean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METHODOLOGY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7442200" y="6554840"/>
            <a:ext cx="15367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0</a:t>
            </a:r>
            <a:r>
              <a:rPr lang="en-IN" sz="1600" b="1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1600" b="1" i="0" u="none" strike="noStrike" cap="none" dirty="0">
              <a:solidFill>
                <a:srgbClr val="00206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0" name="Google Shape;150;p3"/>
          <p:cNvSpPr txBox="1"/>
          <p:nvPr/>
        </p:nvSpPr>
        <p:spPr>
          <a:xfrm>
            <a:off x="163800" y="6554840"/>
            <a:ext cx="43245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 of ISE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Rounded Rectangle 150"/>
          <p:cNvSpPr/>
          <p:nvPr/>
        </p:nvSpPr>
        <p:spPr>
          <a:xfrm>
            <a:off x="1554480" y="914400"/>
            <a:ext cx="6035040" cy="603504"/>
          </a:xfrm>
          <a:prstGeom prst="roundRect">
            <a:avLst/>
          </a:prstGeom>
          <a:solidFill>
            <a:srgbClr val="DDE7F6"/>
          </a:solidFill>
          <a:ln w="1905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101600" rIns="101600"/>
          <a:lstStyle/>
          <a:p>
            <a:pPr algn="ctr"/>
            <a:r>
              <a:rPr sz="1300" b="1">
                <a:solidFill>
                  <a:srgbClr val="4472C4"/>
                </a:solidFill>
                <a:latin typeface="Calibri"/>
              </a:rPr>
              <a:t>Automotive Material Data Collection</a:t>
            </a:r>
          </a:p>
          <a:p>
            <a:pPr algn="ctr"/>
            <a:r>
              <a:rPr sz="1000" i="1">
                <a:solidFill>
                  <a:srgbClr val="1A1A1A"/>
                </a:solidFill>
                <a:latin typeface="Calibri"/>
              </a:rPr>
              <a:t>Publicly accessible sources, datasets, simulation-based lifecycle data</a:t>
            </a:r>
          </a:p>
        </p:txBody>
      </p:sp>
      <p:sp>
        <p:nvSpPr>
          <p:cNvPr id="152" name="Down Arrow 151"/>
          <p:cNvSpPr/>
          <p:nvPr/>
        </p:nvSpPr>
        <p:spPr>
          <a:xfrm>
            <a:off x="4443984" y="1572768"/>
            <a:ext cx="256032" cy="164592"/>
          </a:xfrm>
          <a:prstGeom prst="downArrow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ounded Rectangle 152"/>
          <p:cNvSpPr/>
          <p:nvPr/>
        </p:nvSpPr>
        <p:spPr>
          <a:xfrm>
            <a:off x="1554480" y="1792224"/>
            <a:ext cx="6035040" cy="60350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101600" rIns="101600"/>
          <a:lstStyle/>
          <a:p>
            <a:pPr algn="ctr"/>
            <a:r>
              <a:rPr sz="1300" b="1">
                <a:solidFill>
                  <a:srgbClr val="4472C4"/>
                </a:solidFill>
                <a:latin typeface="Calibri"/>
              </a:rPr>
              <a:t>Data Preprocessing</a:t>
            </a:r>
          </a:p>
          <a:p>
            <a:pPr algn="ctr"/>
            <a:r>
              <a:rPr sz="1000" i="1">
                <a:solidFill>
                  <a:srgbClr val="1A1A1A"/>
                </a:solidFill>
                <a:latin typeface="Calibri"/>
              </a:rPr>
              <a:t>Handle missing values, normalize features, select important material features</a:t>
            </a:r>
          </a:p>
        </p:txBody>
      </p:sp>
      <p:sp>
        <p:nvSpPr>
          <p:cNvPr id="154" name="Down Arrow 153"/>
          <p:cNvSpPr/>
          <p:nvPr/>
        </p:nvSpPr>
        <p:spPr>
          <a:xfrm>
            <a:off x="4443984" y="2450592"/>
            <a:ext cx="256032" cy="164592"/>
          </a:xfrm>
          <a:prstGeom prst="downArrow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ounded Rectangle 154"/>
          <p:cNvSpPr/>
          <p:nvPr/>
        </p:nvSpPr>
        <p:spPr>
          <a:xfrm>
            <a:off x="1554480" y="2670048"/>
            <a:ext cx="6035040" cy="603504"/>
          </a:xfrm>
          <a:prstGeom prst="roundRect">
            <a:avLst/>
          </a:prstGeom>
          <a:solidFill>
            <a:srgbClr val="DDE7F6"/>
          </a:solidFill>
          <a:ln w="1905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101600" rIns="101600"/>
          <a:lstStyle/>
          <a:p>
            <a:pPr algn="ctr"/>
            <a:r>
              <a:rPr sz="1300" b="1">
                <a:solidFill>
                  <a:srgbClr val="4472C4"/>
                </a:solidFill>
                <a:latin typeface="Calibri"/>
              </a:rPr>
              <a:t>Machine Learning Model Building</a:t>
            </a:r>
          </a:p>
          <a:p>
            <a:pPr algn="ctr"/>
            <a:r>
              <a:rPr sz="1000" i="1">
                <a:solidFill>
                  <a:srgbClr val="1A1A1A"/>
                </a:solidFill>
                <a:latin typeface="Calibri"/>
              </a:rPr>
              <a:t>Classify material type &amp; determine environmental risk level</a:t>
            </a:r>
          </a:p>
        </p:txBody>
      </p:sp>
      <p:sp>
        <p:nvSpPr>
          <p:cNvPr id="156" name="Down Arrow 155"/>
          <p:cNvSpPr/>
          <p:nvPr/>
        </p:nvSpPr>
        <p:spPr>
          <a:xfrm>
            <a:off x="4443984" y="3328416"/>
            <a:ext cx="256032" cy="164592"/>
          </a:xfrm>
          <a:prstGeom prst="downArrow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ounded Rectangle 156"/>
          <p:cNvSpPr/>
          <p:nvPr/>
        </p:nvSpPr>
        <p:spPr>
          <a:xfrm>
            <a:off x="1554480" y="3547872"/>
            <a:ext cx="6035040" cy="60350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101600" rIns="101600"/>
          <a:lstStyle/>
          <a:p>
            <a:pPr algn="ctr"/>
            <a:r>
              <a:rPr sz="1300" b="1">
                <a:solidFill>
                  <a:srgbClr val="4472C4"/>
                </a:solidFill>
                <a:latin typeface="Calibri"/>
              </a:rPr>
              <a:t>Model Evaluation</a:t>
            </a:r>
          </a:p>
          <a:p>
            <a:pPr algn="ctr"/>
            <a:r>
              <a:rPr sz="1000" i="1">
                <a:solidFill>
                  <a:srgbClr val="1A1A1A"/>
                </a:solidFill>
                <a:latin typeface="Calibri"/>
              </a:rPr>
              <a:t>Accuracy, Precision, Recall, Error Rate</a:t>
            </a:r>
          </a:p>
        </p:txBody>
      </p:sp>
      <p:sp>
        <p:nvSpPr>
          <p:cNvPr id="158" name="Down Arrow 157"/>
          <p:cNvSpPr/>
          <p:nvPr/>
        </p:nvSpPr>
        <p:spPr>
          <a:xfrm>
            <a:off x="4443984" y="4206240"/>
            <a:ext cx="256032" cy="164592"/>
          </a:xfrm>
          <a:prstGeom prst="downArrow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ounded Rectangle 158"/>
          <p:cNvSpPr/>
          <p:nvPr/>
        </p:nvSpPr>
        <p:spPr>
          <a:xfrm>
            <a:off x="1554480" y="4425696"/>
            <a:ext cx="6035040" cy="603504"/>
          </a:xfrm>
          <a:prstGeom prst="roundRect">
            <a:avLst/>
          </a:prstGeom>
          <a:solidFill>
            <a:srgbClr val="DDE7F6"/>
          </a:solidFill>
          <a:ln w="1905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101600" rIns="101600"/>
          <a:lstStyle/>
          <a:p>
            <a:pPr algn="ctr"/>
            <a:r>
              <a:rPr sz="1300" b="1">
                <a:solidFill>
                  <a:srgbClr val="4472C4"/>
                </a:solidFill>
                <a:latin typeface="Calibri"/>
              </a:rPr>
              <a:t>Best Model Selection</a:t>
            </a:r>
          </a:p>
          <a:p>
            <a:pPr algn="ctr"/>
            <a:r>
              <a:rPr sz="1000" i="1">
                <a:solidFill>
                  <a:srgbClr val="1A1A1A"/>
                </a:solidFill>
                <a:latin typeface="Calibri"/>
              </a:rPr>
              <a:t>Selection &amp; improvement via hyperparameter tuning</a:t>
            </a:r>
          </a:p>
        </p:txBody>
      </p:sp>
      <p:sp>
        <p:nvSpPr>
          <p:cNvPr id="160" name="Down Arrow 159"/>
          <p:cNvSpPr/>
          <p:nvPr/>
        </p:nvSpPr>
        <p:spPr>
          <a:xfrm>
            <a:off x="4443984" y="5084064"/>
            <a:ext cx="256032" cy="164592"/>
          </a:xfrm>
          <a:prstGeom prst="downArrow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ounded Rectangle 160"/>
          <p:cNvSpPr/>
          <p:nvPr/>
        </p:nvSpPr>
        <p:spPr>
          <a:xfrm>
            <a:off x="1554480" y="5303520"/>
            <a:ext cx="6035040" cy="60350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101600" rIns="101600"/>
          <a:lstStyle/>
          <a:p>
            <a:pPr algn="ctr"/>
            <a:r>
              <a:rPr sz="1300" b="1">
                <a:solidFill>
                  <a:srgbClr val="4472C4"/>
                </a:solidFill>
                <a:latin typeface="Calibri"/>
              </a:rPr>
              <a:t>Unified Lifecycle Intelligence System</a:t>
            </a:r>
          </a:p>
          <a:p>
            <a:pPr algn="ctr"/>
            <a:r>
              <a:rPr sz="1000" i="1">
                <a:solidFill>
                  <a:srgbClr val="1A1A1A"/>
                </a:solidFill>
                <a:latin typeface="Calibri"/>
              </a:rPr>
              <a:t>Integrated system with an easily usable interface</a:t>
            </a:r>
          </a:p>
        </p:txBody>
      </p:sp>
    </p:spTree>
    <p:extLst>
      <p:ext uri="{BB962C8B-B14F-4D97-AF65-F5344CB8AC3E}">
        <p14:creationId xmlns:p14="http://schemas.microsoft.com/office/powerpoint/2010/main" val="1508646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/>
          <p:nvPr/>
        </p:nvSpPr>
        <p:spPr>
          <a:xfrm>
            <a:off x="0" y="-13854"/>
            <a:ext cx="9144000" cy="53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rebuchet MS"/>
              <a:buNone/>
            </a:pPr>
            <a:r>
              <a:rPr lang="en-IN" sz="2800" b="1" i="0" u="none" strike="noStrike" cap="none" dirty="0" smtClean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REFERENCES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7442200" y="6554840"/>
            <a:ext cx="15367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0</a:t>
            </a:r>
            <a:r>
              <a:rPr lang="en-IN" sz="1600" b="1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1600" b="1" i="0" u="none" strike="noStrike" cap="none" dirty="0">
              <a:solidFill>
                <a:srgbClr val="00206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0" name="Google Shape;150;p3"/>
          <p:cNvSpPr txBox="1"/>
          <p:nvPr/>
        </p:nvSpPr>
        <p:spPr>
          <a:xfrm>
            <a:off x="163800" y="6554840"/>
            <a:ext cx="43245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 of ISE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4977" y="1132898"/>
            <a:ext cx="7886700" cy="4351338"/>
          </a:xfrm>
        </p:spPr>
        <p:txBody>
          <a:bodyPr>
            <a:normAutofit/>
          </a:bodyPr>
          <a:lstStyle/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Core References (Synopsis)</a:t>
            </a:r>
          </a:p>
          <a:p>
            <a:pPr marL="914400" lvl="1" indent="-3810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I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[1] R. Kumar and S. Patel, “Automotive composite materials and environmental impact,” Journal of Sustainable Engineering, vol. 12, no. 3, pp. 45–53, Mar. 2021</a:t>
            </a:r>
          </a:p>
          <a:p>
            <a:pPr marL="914400" lvl="1" indent="-3810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I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[2] A. Sharma and P. Verma, “Machine learning approaches for material classification,” International Journal of Computer Applications, vol. 180, no. 25, pp. 12–18, Jul. 2020</a:t>
            </a:r>
          </a:p>
          <a:p>
            <a:pPr marL="914400" lvl="1" indent="-3810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I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[3] International Energy Agency, “End-of-life vehicle management,” IEA. [Online]. Available: https://www.iea.org. [Accessed: Jan. 2026]</a:t>
            </a:r>
          </a:p>
          <a:p>
            <a:pPr marL="457200" lvl="0" indent="-4064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Objective-Wise Supporting References (Literature Review)</a:t>
            </a:r>
          </a:p>
          <a:p>
            <a:pPr marL="914400" lvl="1" indent="-3810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I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[4] Obj 1 (Data preprocessing &amp; feature extraction): Rajan, K. (2015) Materials informatics: Data-driven materials science. Annual Review of Materials Research, 45, pp. 153–169</a:t>
            </a:r>
          </a:p>
          <a:p>
            <a:pPr marL="914400" lvl="1" indent="-3810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I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[5] Obj 2 (ML classification of materials): Abdallah, M., et al. (2019) Waste classification using machine learning techniques. Waste Management</a:t>
            </a:r>
          </a:p>
          <a:p>
            <a:pPr marL="914400" lvl="1" indent="-3810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I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[6] Obj 3 (Model evaluation: Accuracy/Precision/Recall/F1): Breiman, L. (2001) Random forests. Machine Learning, 45(1), pp. 5–32</a:t>
            </a:r>
          </a:p>
          <a:p>
            <a:pPr marL="914400" lvl="1" indent="-3810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IN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[7] Obj 4 (Lifecycle intelligence &amp; sustainable decision-making): Guinée, J.B. (2002) Handbook on life cycle assessment. Dordrecht: Kluwer Academic Publishers</a:t>
            </a:r>
          </a:p>
        </p:txBody>
      </p:sp>
    </p:spTree>
    <p:extLst>
      <p:ext uri="{BB962C8B-B14F-4D97-AF65-F5344CB8AC3E}">
        <p14:creationId xmlns:p14="http://schemas.microsoft.com/office/powerpoint/2010/main" val="1508646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59"/>
          <p:cNvSpPr txBox="1"/>
          <p:nvPr/>
        </p:nvSpPr>
        <p:spPr>
          <a:xfrm>
            <a:off x="0" y="3105834"/>
            <a:ext cx="9144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rebuchet MS"/>
              <a:buNone/>
            </a:pPr>
            <a:r>
              <a:rPr lang="en-IN" sz="36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THANK YOU</a:t>
            </a:r>
            <a:endParaRPr sz="3600" b="1" i="0" u="none" strike="noStrike" cap="none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41" name="Google Shape;841;p59"/>
          <p:cNvSpPr txBox="1"/>
          <p:nvPr/>
        </p:nvSpPr>
        <p:spPr>
          <a:xfrm>
            <a:off x="7442200" y="6554840"/>
            <a:ext cx="15367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39</a:t>
            </a:r>
            <a:endParaRPr sz="1600" b="1" i="0" u="none" strike="noStrike" cap="none" dirty="0">
              <a:solidFill>
                <a:srgbClr val="00206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42" name="Google Shape;842;p59"/>
          <p:cNvSpPr txBox="1"/>
          <p:nvPr/>
        </p:nvSpPr>
        <p:spPr>
          <a:xfrm>
            <a:off x="163800" y="6554840"/>
            <a:ext cx="43245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 of ISE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eme3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2196</TotalTime>
  <Words>55</Words>
  <Application>Microsoft Office PowerPoint</Application>
  <PresentationFormat>On-screen Show (4:3)</PresentationFormat>
  <Paragraphs>24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Bookman Old Style</vt:lpstr>
      <vt:lpstr>Calibri</vt:lpstr>
      <vt:lpstr>Trebuchet MS</vt:lpstr>
      <vt:lpstr>Office Theme</vt:lpstr>
      <vt:lpstr>Theme3</vt:lpstr>
      <vt:lpstr>PowerPoint Presentation</vt:lpstr>
      <vt:lpstr>Project title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Jaya Executive Assistant</dc:creator>
  <cp:lastModifiedBy>Home</cp:lastModifiedBy>
  <cp:revision>54</cp:revision>
  <dcterms:created xsi:type="dcterms:W3CDTF">2016-12-14T06:04:10Z</dcterms:created>
  <dcterms:modified xsi:type="dcterms:W3CDTF">2026-07-23T10:57:43Z</dcterms:modified>
</cp:coreProperties>
</file>